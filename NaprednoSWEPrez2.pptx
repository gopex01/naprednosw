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6"/>
  </p:notesMasterIdLst>
  <p:sldIdLst>
    <p:sldId id="256" r:id="rId2"/>
    <p:sldId id="265" r:id="rId3"/>
    <p:sldId id="257" r:id="rId4"/>
    <p:sldId id="258" r:id="rId5"/>
    <p:sldId id="261" r:id="rId6"/>
    <p:sldId id="260" r:id="rId7"/>
    <p:sldId id="262" r:id="rId8"/>
    <p:sldId id="263" r:id="rId9"/>
    <p:sldId id="264" r:id="rId10"/>
    <p:sldId id="268" r:id="rId11"/>
    <p:sldId id="266" r:id="rId12"/>
    <p:sldId id="269" r:id="rId13"/>
    <p:sldId id="267" r:id="rId14"/>
    <p:sldId id="270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9F08CE-5F93-4194-BDA6-50D15D7763DB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86879A-D8F8-4734-8ABE-E09EBB7CA7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052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6879A-D8F8-4734-8ABE-E09EBB7CA70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4934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dirty="0"/>
              <a:pPr/>
              <a:t>1/26/2026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dirty="0"/>
              <a:t>1/26/2026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dirty="0"/>
              <a:t>1/26/2026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dirty="0"/>
              <a:t>1/26/2026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dirty="0"/>
              <a:t>1/26/2026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dirty="0"/>
              <a:t>1/26/2026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dirty="0"/>
              <a:t>1/26/2026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dirty="0"/>
              <a:t>1/26/2026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dirty="0"/>
              <a:t>1/26/2026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A1CC3-2375-41D4-9E03-427CAF2A4C1A}" type="datetimeFigureOut">
              <a:rPr lang="en-US" dirty="0"/>
              <a:t>1/26/2026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16868-8199-4C2C-A5B1-63AEE139F88E}" type="datetimeFigureOut">
              <a:rPr lang="en-US" dirty="0"/>
              <a:t>1/26/2026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9FF7F-6988-44CC-821B-644E70CD2F73}" type="datetimeFigureOut">
              <a:rPr lang="en-US" dirty="0"/>
              <a:t>1/26/2026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2C299-16B2-4475-990D-751901EACC14}" type="datetimeFigureOut">
              <a:rPr lang="en-US" dirty="0"/>
              <a:t>1/26/2026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86839-B9D8-4651-8783-F325ECE74E65}" type="datetimeFigureOut">
              <a:rPr lang="en-US" dirty="0"/>
              <a:t>1/26/2026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84F64-32F6-45C5-931F-ADC1662401D0}" type="datetimeFigureOut">
              <a:rPr lang="en-US" dirty="0"/>
              <a:t>1/26/2026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3086D93-FCAC-47E0-A2EE-787E62CA814C}" type="datetimeFigureOut">
              <a:rPr lang="en-US" dirty="0"/>
              <a:t>1/26/2026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CDA879A6-0FD0-4734-A311-86BFCA472E6E}" type="datetimeFigureOut">
              <a:rPr lang="en-US" dirty="0"/>
              <a:t>1/26/2026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dirty="0"/>
              <a:t>1/26/2026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3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72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F9535-6FB7-4B79-9653-DD269237BFC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 err="1"/>
              <a:t>Kreiranje</a:t>
            </a:r>
            <a:r>
              <a:rPr lang="en-US" dirty="0"/>
              <a:t> </a:t>
            </a:r>
            <a:r>
              <a:rPr lang="en-US" dirty="0" err="1"/>
              <a:t>viseplatformskih</a:t>
            </a:r>
            <a:r>
              <a:rPr lang="en-US" dirty="0"/>
              <a:t> </a:t>
            </a:r>
            <a:r>
              <a:rPr lang="en-US" dirty="0" err="1"/>
              <a:t>aplikacija</a:t>
            </a:r>
            <a:r>
              <a:rPr lang="en-US" dirty="0"/>
              <a:t> </a:t>
            </a:r>
            <a:r>
              <a:rPr lang="en-US" dirty="0" err="1"/>
              <a:t>koriscenjem</a:t>
            </a:r>
            <a:r>
              <a:rPr lang="en-US" dirty="0"/>
              <a:t> </a:t>
            </a:r>
            <a:r>
              <a:rPr lang="en-US" dirty="0" err="1"/>
              <a:t>Angulara</a:t>
            </a:r>
            <a:r>
              <a:rPr lang="en-US" dirty="0"/>
              <a:t> I Capacitor framework-a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7DCEEB-91EE-C316-708B-F6CAD1F371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pPr algn="ctr"/>
            <a:r>
              <a:rPr lang="en-US" sz="2800" dirty="0"/>
              <a:t>NAPREDNO SOFTVERSKO INZENJERSTVO, PREDRAG ZIVKOVIC 2084</a:t>
            </a:r>
          </a:p>
        </p:txBody>
      </p:sp>
    </p:spTree>
    <p:extLst>
      <p:ext uri="{BB962C8B-B14F-4D97-AF65-F5344CB8AC3E}">
        <p14:creationId xmlns:p14="http://schemas.microsoft.com/office/powerpoint/2010/main" val="12534863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07103-E5C6-0E2B-2265-5B58E1F4A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Sadrzaj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FDA80-21B2-2E54-DCFD-6AA07241C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6245" y="2603500"/>
            <a:ext cx="9871587" cy="3944784"/>
          </a:xfrm>
        </p:spPr>
        <p:txBody>
          <a:bodyPr>
            <a:normAutofit fontScale="77500" lnSpcReduction="20000"/>
          </a:bodyPr>
          <a:lstStyle/>
          <a:p>
            <a:pPr>
              <a:buFont typeface="+mj-lt"/>
              <a:buAutoNum type="arabicPeriod"/>
            </a:pPr>
            <a:r>
              <a:rPr lang="en-US" sz="3400" dirty="0"/>
              <a:t>Sta je capacitor</a:t>
            </a:r>
          </a:p>
          <a:p>
            <a:pPr>
              <a:buFont typeface="+mj-lt"/>
              <a:buAutoNum type="arabicPeriod"/>
            </a:pPr>
            <a:r>
              <a:rPr lang="en-US" sz="3400" dirty="0" err="1"/>
              <a:t>Primena</a:t>
            </a:r>
            <a:r>
              <a:rPr lang="en-US" sz="3400" dirty="0"/>
              <a:t> </a:t>
            </a:r>
            <a:r>
              <a:rPr lang="en-US" sz="3400" dirty="0" err="1"/>
              <a:t>Capacitora</a:t>
            </a:r>
            <a:endParaRPr lang="en-US" sz="3400" dirty="0"/>
          </a:p>
          <a:p>
            <a:pPr>
              <a:buFont typeface="+mj-lt"/>
              <a:buAutoNum type="arabicPeriod"/>
            </a:pPr>
            <a:r>
              <a:rPr lang="en-US" sz="3400" dirty="0" err="1"/>
              <a:t>Ahritektura</a:t>
            </a:r>
            <a:endParaRPr lang="en-US" sz="3400" dirty="0"/>
          </a:p>
          <a:p>
            <a:pPr>
              <a:buFont typeface="+mj-lt"/>
              <a:buAutoNum type="arabicPeriod"/>
            </a:pPr>
            <a:r>
              <a:rPr lang="en-US" sz="3400" dirty="0" err="1"/>
              <a:t>Mehanizam</a:t>
            </a:r>
            <a:r>
              <a:rPr lang="en-US" sz="3400" dirty="0"/>
              <a:t> </a:t>
            </a:r>
            <a:r>
              <a:rPr lang="en-US" sz="3400" dirty="0" err="1"/>
              <a:t>funkcionisanja</a:t>
            </a:r>
            <a:endParaRPr lang="en-US" sz="3400" dirty="0"/>
          </a:p>
          <a:p>
            <a:pPr>
              <a:buFont typeface="+mj-lt"/>
              <a:buAutoNum type="arabicPeriod"/>
            </a:pPr>
            <a:r>
              <a:rPr lang="en-US" sz="3400" dirty="0"/>
              <a:t>Workflow</a:t>
            </a:r>
          </a:p>
          <a:p>
            <a:pPr>
              <a:buFont typeface="+mj-lt"/>
              <a:buAutoNum type="arabicPeriod"/>
            </a:pPr>
            <a:r>
              <a:rPr lang="en-US" sz="3400" dirty="0" err="1"/>
              <a:t>Prednosti</a:t>
            </a:r>
            <a:r>
              <a:rPr lang="en-US" sz="3400" dirty="0"/>
              <a:t> </a:t>
            </a:r>
            <a:r>
              <a:rPr lang="en-US" sz="3400" dirty="0" err="1"/>
              <a:t>Capacitora</a:t>
            </a:r>
            <a:endParaRPr lang="en-US" sz="3400" dirty="0"/>
          </a:p>
          <a:p>
            <a:pPr>
              <a:buFont typeface="+mj-lt"/>
              <a:buAutoNum type="arabicPeriod"/>
            </a:pPr>
            <a:r>
              <a:rPr lang="en-US" sz="3400" dirty="0"/>
              <a:t>Native API </a:t>
            </a:r>
            <a:r>
              <a:rPr lang="en-US" sz="3400" dirty="0" err="1"/>
              <a:t>Capcatiora</a:t>
            </a:r>
            <a:endParaRPr lang="en-US" sz="3400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3340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C4096A-9121-1F08-7159-59E302495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 je Capacitor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7517DB-CE42-D8B3-415A-32122F7BD1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Capacitor- </a:t>
            </a:r>
            <a:r>
              <a:rPr lang="en-US" dirty="0" err="1"/>
              <a:t>moderan</a:t>
            </a:r>
            <a:r>
              <a:rPr lang="en-US" dirty="0"/>
              <a:t> “cross-platform” runtime open-source </a:t>
            </a:r>
            <a:r>
              <a:rPr lang="en-US" dirty="0" err="1"/>
              <a:t>razvijen</a:t>
            </a:r>
            <a:r>
              <a:rPr lang="en-US" dirty="0"/>
              <a:t> od </a:t>
            </a:r>
            <a:r>
              <a:rPr lang="en-US" dirty="0" err="1"/>
              <a:t>strane</a:t>
            </a:r>
            <a:r>
              <a:rPr lang="en-US" dirty="0"/>
              <a:t> Ionic </a:t>
            </a:r>
            <a:r>
              <a:rPr lang="en-US" dirty="0" err="1"/>
              <a:t>tima</a:t>
            </a:r>
            <a:r>
              <a:rPr lang="en-US" dirty="0"/>
              <a:t>.</a:t>
            </a:r>
          </a:p>
          <a:p>
            <a:r>
              <a:rPr lang="en-US" dirty="0" err="1"/>
              <a:t>Osnovna</a:t>
            </a:r>
            <a:r>
              <a:rPr lang="en-US" dirty="0"/>
              <a:t> </a:t>
            </a:r>
            <a:r>
              <a:rPr lang="en-US" dirty="0" err="1"/>
              <a:t>uloga</a:t>
            </a:r>
            <a:r>
              <a:rPr lang="en-US" dirty="0"/>
              <a:t> je da </a:t>
            </a:r>
            <a:r>
              <a:rPr lang="en-US" dirty="0" err="1"/>
              <a:t>omoguci</a:t>
            </a:r>
            <a:r>
              <a:rPr lang="en-US" dirty="0"/>
              <a:t> web </a:t>
            </a:r>
            <a:r>
              <a:rPr lang="en-US" dirty="0" err="1"/>
              <a:t>programerima</a:t>
            </a:r>
            <a:r>
              <a:rPr lang="en-US" dirty="0"/>
              <a:t> da </a:t>
            </a:r>
            <a:r>
              <a:rPr lang="en-US" dirty="0" err="1"/>
              <a:t>kreiraju</a:t>
            </a:r>
            <a:r>
              <a:rPr lang="en-US" dirty="0"/>
              <a:t> </a:t>
            </a:r>
            <a:r>
              <a:rPr lang="en-US" dirty="0" err="1"/>
              <a:t>aplikacije</a:t>
            </a:r>
            <a:r>
              <a:rPr lang="en-US" dirty="0"/>
              <a:t> za Ios, Android </a:t>
            </a:r>
            <a:r>
              <a:rPr lang="en-US" dirty="0" err="1"/>
              <a:t>koristeci</a:t>
            </a:r>
            <a:r>
              <a:rPr lang="en-US" dirty="0"/>
              <a:t> </a:t>
            </a:r>
            <a:r>
              <a:rPr lang="en-US" dirty="0" err="1"/>
              <a:t>isti</a:t>
            </a:r>
            <a:r>
              <a:rPr lang="en-US" dirty="0"/>
              <a:t> source </a:t>
            </a:r>
            <a:r>
              <a:rPr lang="en-US" dirty="0" err="1"/>
              <a:t>kod</a:t>
            </a:r>
            <a:r>
              <a:rPr lang="en-US" dirty="0"/>
              <a:t>.</a:t>
            </a:r>
          </a:p>
          <a:p>
            <a:r>
              <a:rPr lang="en-US" dirty="0"/>
              <a:t>Ne </a:t>
            </a:r>
            <a:r>
              <a:rPr lang="en-US" dirty="0" err="1"/>
              <a:t>menja</a:t>
            </a:r>
            <a:r>
              <a:rPr lang="en-US" dirty="0"/>
              <a:t> Angular </a:t>
            </a:r>
            <a:r>
              <a:rPr lang="en-US" dirty="0" err="1"/>
              <a:t>kod</a:t>
            </a:r>
            <a:r>
              <a:rPr lang="en-US" dirty="0"/>
              <a:t> u </a:t>
            </a:r>
            <a:r>
              <a:rPr lang="en-US" dirty="0" err="1"/>
              <a:t>nativni</a:t>
            </a:r>
            <a:r>
              <a:rPr lang="en-US" dirty="0"/>
              <a:t> vec ga </a:t>
            </a:r>
            <a:r>
              <a:rPr lang="en-US" dirty="0" err="1"/>
              <a:t>pakuje</a:t>
            </a:r>
            <a:r>
              <a:rPr lang="en-US" dirty="0"/>
              <a:t> I </a:t>
            </a:r>
            <a:r>
              <a:rPr lang="en-US" dirty="0" err="1"/>
              <a:t>omogucava</a:t>
            </a:r>
            <a:r>
              <a:rPr lang="en-US" dirty="0"/>
              <a:t> </a:t>
            </a:r>
            <a:r>
              <a:rPr lang="en-US" dirty="0" err="1"/>
              <a:t>komunikaciju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operativnim</a:t>
            </a:r>
            <a:r>
              <a:rPr lang="en-US" dirty="0"/>
              <a:t> </a:t>
            </a:r>
            <a:r>
              <a:rPr lang="en-US" dirty="0" err="1"/>
              <a:t>sistemom</a:t>
            </a:r>
            <a:r>
              <a:rPr lang="en-US" dirty="0"/>
              <a:t>.</a:t>
            </a:r>
          </a:p>
        </p:txBody>
      </p:sp>
      <p:pic>
        <p:nvPicPr>
          <p:cNvPr id="1028" name="Picture 4" descr="GitHub - ionic-team/capacitor: Build cross-platform Native Progressive Web  Apps for iOS, Android, and the Web ⚡️">
            <a:extLst>
              <a:ext uri="{FF2B5EF4-FFF2-40B4-BE49-F238E27FC236}">
                <a16:creationId xmlns:a16="http://schemas.microsoft.com/office/drawing/2014/main" id="{C7A68396-712A-2615-E7BD-28485477D9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1796" y="4919234"/>
            <a:ext cx="3905250" cy="1171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25698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4F1CD-ADD1-BC16-073D-39A7448CA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Primena</a:t>
            </a:r>
            <a:r>
              <a:rPr lang="en-US" dirty="0"/>
              <a:t> </a:t>
            </a:r>
            <a:r>
              <a:rPr lang="en-US" dirty="0" err="1"/>
              <a:t>Capacitora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57FAF3-FDFA-2233-6919-E23AE5F74B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Enterprise </a:t>
            </a:r>
            <a:r>
              <a:rPr lang="en-US" b="1" dirty="0" err="1"/>
              <a:t>aplikacije</a:t>
            </a:r>
            <a:r>
              <a:rPr lang="en-US" b="1" dirty="0"/>
              <a:t>: </a:t>
            </a:r>
            <a:r>
              <a:rPr lang="en-US" dirty="0" err="1"/>
              <a:t>Kompanije</a:t>
            </a:r>
            <a:r>
              <a:rPr lang="en-US" dirty="0"/>
              <a:t> </a:t>
            </a:r>
            <a:r>
              <a:rPr lang="en-US" dirty="0" err="1"/>
              <a:t>koje</a:t>
            </a:r>
            <a:r>
              <a:rPr lang="en-US" dirty="0"/>
              <a:t> vec </a:t>
            </a:r>
            <a:r>
              <a:rPr lang="en-US" dirty="0" err="1"/>
              <a:t>imaju</a:t>
            </a:r>
            <a:r>
              <a:rPr lang="en-US" dirty="0"/>
              <a:t> web </a:t>
            </a:r>
            <a:r>
              <a:rPr lang="en-US" dirty="0" err="1"/>
              <a:t>portale</a:t>
            </a:r>
            <a:r>
              <a:rPr lang="en-US" dirty="0"/>
              <a:t> I </a:t>
            </a:r>
            <a:r>
              <a:rPr lang="en-US" dirty="0" err="1"/>
              <a:t>zele</a:t>
            </a:r>
            <a:r>
              <a:rPr lang="en-US" dirty="0"/>
              <a:t> </a:t>
            </a:r>
            <a:r>
              <a:rPr lang="en-US" dirty="0" err="1"/>
              <a:t>mobilnu</a:t>
            </a:r>
            <a:r>
              <a:rPr lang="en-US" dirty="0"/>
              <a:t> </a:t>
            </a:r>
            <a:r>
              <a:rPr lang="en-US" dirty="0" err="1"/>
              <a:t>aplikaciju</a:t>
            </a:r>
            <a:r>
              <a:rPr lang="en-US" dirty="0"/>
              <a:t> bez </a:t>
            </a:r>
            <a:r>
              <a:rPr lang="en-US" dirty="0" err="1"/>
              <a:t>zaposljavanje</a:t>
            </a:r>
            <a:r>
              <a:rPr lang="en-US" dirty="0"/>
              <a:t> </a:t>
            </a:r>
            <a:r>
              <a:rPr lang="en-US" dirty="0" err="1"/>
              <a:t>novih</a:t>
            </a:r>
            <a:r>
              <a:rPr lang="en-US" dirty="0"/>
              <a:t> </a:t>
            </a:r>
            <a:r>
              <a:rPr lang="en-US" dirty="0" err="1"/>
              <a:t>timova</a:t>
            </a:r>
            <a:endParaRPr lang="en-US" dirty="0"/>
          </a:p>
          <a:p>
            <a:r>
              <a:rPr lang="en-US" b="1" dirty="0"/>
              <a:t>Minimum Viable Product- </a:t>
            </a:r>
            <a:r>
              <a:rPr lang="en-US" dirty="0" err="1"/>
              <a:t>Situacija</a:t>
            </a:r>
            <a:r>
              <a:rPr lang="en-US" dirty="0"/>
              <a:t> </a:t>
            </a:r>
            <a:r>
              <a:rPr lang="en-US" dirty="0" err="1"/>
              <a:t>kada</a:t>
            </a:r>
            <a:r>
              <a:rPr lang="en-US" dirty="0"/>
              <a:t> </a:t>
            </a:r>
            <a:r>
              <a:rPr lang="en-US" dirty="0" err="1"/>
              <a:t>neki</a:t>
            </a:r>
            <a:r>
              <a:rPr lang="en-US" dirty="0"/>
              <a:t> startup zeli da </a:t>
            </a:r>
            <a:r>
              <a:rPr lang="en-US" dirty="0" err="1"/>
              <a:t>izbaci</a:t>
            </a:r>
            <a:r>
              <a:rPr lang="en-US" dirty="0"/>
              <a:t> </a:t>
            </a:r>
            <a:r>
              <a:rPr lang="en-US" dirty="0" err="1"/>
              <a:t>aplikaciju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obe</a:t>
            </a:r>
            <a:r>
              <a:rPr lang="en-US" dirty="0"/>
              <a:t> </a:t>
            </a:r>
            <a:r>
              <a:rPr lang="en-US" dirty="0" err="1"/>
              <a:t>prodavnice</a:t>
            </a:r>
            <a:r>
              <a:rPr lang="en-US" dirty="0"/>
              <a:t> (AppStore/</a:t>
            </a:r>
            <a:r>
              <a:rPr lang="en-US" dirty="0" err="1"/>
              <a:t>PlayStore</a:t>
            </a:r>
            <a:r>
              <a:rPr lang="en-US" dirty="0"/>
              <a:t>) u </a:t>
            </a:r>
            <a:r>
              <a:rPr lang="en-US" dirty="0" err="1"/>
              <a:t>najkracem</a:t>
            </a:r>
            <a:r>
              <a:rPr lang="en-US" dirty="0"/>
              <a:t> </a:t>
            </a:r>
            <a:r>
              <a:rPr lang="en-US" dirty="0" err="1"/>
              <a:t>roku</a:t>
            </a:r>
            <a:r>
              <a:rPr lang="en-US" dirty="0"/>
              <a:t>.</a:t>
            </a:r>
          </a:p>
          <a:p>
            <a:r>
              <a:rPr lang="en-US" b="1" dirty="0" err="1"/>
              <a:t>Aplikacije</a:t>
            </a:r>
            <a:r>
              <a:rPr lang="en-US" b="1" dirty="0"/>
              <a:t> </a:t>
            </a:r>
            <a:r>
              <a:rPr lang="en-US" b="1" dirty="0" err="1"/>
              <a:t>zavisne</a:t>
            </a:r>
            <a:r>
              <a:rPr lang="en-US" b="1" dirty="0"/>
              <a:t> od </a:t>
            </a:r>
            <a:r>
              <a:rPr lang="en-US" b="1" dirty="0" err="1"/>
              <a:t>sadrzaja</a:t>
            </a:r>
            <a:r>
              <a:rPr lang="en-US" b="1" dirty="0"/>
              <a:t>- </a:t>
            </a:r>
            <a:r>
              <a:rPr lang="en-US" dirty="0"/>
              <a:t>Vesti, </a:t>
            </a:r>
            <a:r>
              <a:rPr lang="en-US" dirty="0" err="1"/>
              <a:t>drustvene</a:t>
            </a:r>
            <a:r>
              <a:rPr lang="en-US" dirty="0"/>
              <a:t> mreze, </a:t>
            </a:r>
            <a:r>
              <a:rPr lang="en-US" dirty="0" err="1"/>
              <a:t>aplikacije</a:t>
            </a:r>
            <a:r>
              <a:rPr lang="en-US" dirty="0"/>
              <a:t> za </a:t>
            </a:r>
            <a:r>
              <a:rPr lang="en-US" dirty="0" err="1"/>
              <a:t>narucivanje</a:t>
            </a:r>
            <a:r>
              <a:rPr lang="en-US" dirty="0"/>
              <a:t> </a:t>
            </a:r>
            <a:r>
              <a:rPr lang="en-US" dirty="0" err="1"/>
              <a:t>hrane</a:t>
            </a:r>
            <a:r>
              <a:rPr lang="en-US" dirty="0"/>
              <a:t> </a:t>
            </a:r>
            <a:r>
              <a:rPr lang="en-US" dirty="0" err="1"/>
              <a:t>gde</a:t>
            </a:r>
            <a:r>
              <a:rPr lang="en-US" dirty="0"/>
              <a:t> je </a:t>
            </a:r>
            <a:r>
              <a:rPr lang="en-US" dirty="0" err="1"/>
              <a:t>fokus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UI/UX koji se </a:t>
            </a:r>
            <a:r>
              <a:rPr lang="en-US" dirty="0" err="1"/>
              <a:t>lako</a:t>
            </a:r>
            <a:r>
              <a:rPr lang="en-US" dirty="0"/>
              <a:t> </a:t>
            </a:r>
            <a:r>
              <a:rPr lang="en-US" dirty="0" err="1"/>
              <a:t>pravi</a:t>
            </a:r>
            <a:r>
              <a:rPr lang="en-US" dirty="0"/>
              <a:t> u </a:t>
            </a:r>
            <a:r>
              <a:rPr lang="en-US" dirty="0" err="1"/>
              <a:t>Angularu</a:t>
            </a:r>
            <a:r>
              <a:rPr lang="en-US" dirty="0"/>
              <a:t>.</a:t>
            </a:r>
            <a:endParaRPr lang="en-US" b="1" dirty="0"/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603750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3FB26-4B81-DEB9-7D1A-88DC5B8F9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Arhitektura</a:t>
            </a:r>
            <a:r>
              <a:rPr lang="en-US" dirty="0"/>
              <a:t> </a:t>
            </a:r>
            <a:r>
              <a:rPr lang="en-US" dirty="0" err="1"/>
              <a:t>Capacitora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271CCF-B45A-8D5A-732E-F42AA32466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WebView- </a:t>
            </a:r>
            <a:r>
              <a:rPr lang="en-US" dirty="0"/>
              <a:t>Angular </a:t>
            </a:r>
            <a:r>
              <a:rPr lang="en-US" dirty="0" err="1"/>
              <a:t>aplikacija</a:t>
            </a:r>
            <a:r>
              <a:rPr lang="en-US" dirty="0"/>
              <a:t> se izvrsava </a:t>
            </a:r>
            <a:r>
              <a:rPr lang="en-US" dirty="0" err="1"/>
              <a:t>unutar</a:t>
            </a:r>
            <a:r>
              <a:rPr lang="en-US" dirty="0"/>
              <a:t> </a:t>
            </a:r>
            <a:r>
              <a:rPr lang="en-US" dirty="0" err="1"/>
              <a:t>optimizovanog</a:t>
            </a:r>
            <a:r>
              <a:rPr lang="en-US" dirty="0"/>
              <a:t> </a:t>
            </a:r>
            <a:r>
              <a:rPr lang="en-US" dirty="0" err="1"/>
              <a:t>pretrazivaca</a:t>
            </a:r>
            <a:r>
              <a:rPr lang="en-US" dirty="0"/>
              <a:t> koji je </a:t>
            </a:r>
            <a:r>
              <a:rPr lang="en-US" dirty="0" err="1"/>
              <a:t>ugradjen</a:t>
            </a:r>
            <a:r>
              <a:rPr lang="en-US" dirty="0"/>
              <a:t> u </a:t>
            </a:r>
            <a:r>
              <a:rPr lang="en-US" dirty="0" err="1"/>
              <a:t>samu</a:t>
            </a:r>
            <a:r>
              <a:rPr lang="en-US" dirty="0"/>
              <a:t> </a:t>
            </a:r>
            <a:r>
              <a:rPr lang="en-US" dirty="0" err="1"/>
              <a:t>aplikaciju</a:t>
            </a:r>
            <a:r>
              <a:rPr lang="en-US" dirty="0"/>
              <a:t>.</a:t>
            </a:r>
          </a:p>
          <a:p>
            <a:r>
              <a:rPr lang="en-US" b="1" dirty="0"/>
              <a:t>Capacitor Bridge</a:t>
            </a:r>
            <a:r>
              <a:rPr lang="en-US" dirty="0"/>
              <a:t>- </a:t>
            </a:r>
            <a:r>
              <a:rPr lang="en-US" dirty="0" err="1"/>
              <a:t>Sloj</a:t>
            </a:r>
            <a:r>
              <a:rPr lang="en-US" dirty="0"/>
              <a:t> koji </a:t>
            </a:r>
            <a:r>
              <a:rPr lang="en-US" dirty="0" err="1"/>
              <a:t>prevodi</a:t>
            </a:r>
            <a:r>
              <a:rPr lang="en-US" dirty="0"/>
              <a:t> JavaScript </a:t>
            </a:r>
            <a:r>
              <a:rPr lang="en-US" dirty="0" err="1"/>
              <a:t>kod</a:t>
            </a:r>
            <a:r>
              <a:rPr lang="en-US" dirty="0"/>
              <a:t> u Native </a:t>
            </a:r>
            <a:r>
              <a:rPr lang="en-US" dirty="0" err="1"/>
              <a:t>kod</a:t>
            </a:r>
            <a:endParaRPr lang="en-US" dirty="0"/>
          </a:p>
          <a:p>
            <a:r>
              <a:rPr lang="en-US" b="1" dirty="0"/>
              <a:t>Runtime Dependency- </a:t>
            </a:r>
            <a:r>
              <a:rPr lang="en-US" dirty="0"/>
              <a:t>Za </a:t>
            </a:r>
            <a:r>
              <a:rPr lang="en-US" dirty="0" err="1"/>
              <a:t>razliku</a:t>
            </a:r>
            <a:r>
              <a:rPr lang="en-US" dirty="0"/>
              <a:t> od </a:t>
            </a:r>
            <a:r>
              <a:rPr lang="en-US" dirty="0" err="1"/>
              <a:t>Fluttera</a:t>
            </a:r>
            <a:r>
              <a:rPr lang="en-US" dirty="0"/>
              <a:t> koji </a:t>
            </a:r>
            <a:r>
              <a:rPr lang="en-US" dirty="0" err="1"/>
              <a:t>crta</a:t>
            </a:r>
            <a:r>
              <a:rPr lang="en-US" dirty="0"/>
              <a:t> </a:t>
            </a:r>
            <a:r>
              <a:rPr lang="en-US" dirty="0" err="1"/>
              <a:t>svoje</a:t>
            </a:r>
            <a:r>
              <a:rPr lang="en-US" dirty="0"/>
              <a:t> UI </a:t>
            </a:r>
            <a:r>
              <a:rPr lang="en-US" dirty="0" err="1"/>
              <a:t>komponente</a:t>
            </a:r>
            <a:r>
              <a:rPr lang="en-US" dirty="0"/>
              <a:t>, Capacitor </a:t>
            </a:r>
            <a:r>
              <a:rPr lang="en-US" dirty="0" err="1"/>
              <a:t>koristi</a:t>
            </a:r>
            <a:r>
              <a:rPr lang="en-US" dirty="0"/>
              <a:t> </a:t>
            </a:r>
            <a:r>
              <a:rPr lang="en-US" dirty="0" err="1"/>
              <a:t>standardne</a:t>
            </a:r>
            <a:r>
              <a:rPr lang="en-US" dirty="0"/>
              <a:t> Web </a:t>
            </a:r>
            <a:r>
              <a:rPr lang="en-US" dirty="0" err="1"/>
              <a:t>elemente</a:t>
            </a:r>
            <a:r>
              <a:rPr lang="en-US" dirty="0"/>
              <a:t>, </a:t>
            </a:r>
            <a:r>
              <a:rPr lang="en-US" dirty="0" err="1"/>
              <a:t>sto</a:t>
            </a:r>
            <a:r>
              <a:rPr lang="en-US" dirty="0"/>
              <a:t> </a:t>
            </a:r>
            <a:r>
              <a:rPr lang="en-US" dirty="0" err="1"/>
              <a:t>znaci</a:t>
            </a:r>
            <a:r>
              <a:rPr lang="en-US" dirty="0"/>
              <a:t> da CSS </a:t>
            </a:r>
            <a:r>
              <a:rPr lang="en-US" dirty="0" err="1"/>
              <a:t>iz</a:t>
            </a:r>
            <a:r>
              <a:rPr lang="en-US" dirty="0"/>
              <a:t> </a:t>
            </a:r>
            <a:r>
              <a:rPr lang="en-US" dirty="0" err="1"/>
              <a:t>Angulara</a:t>
            </a:r>
            <a:r>
              <a:rPr lang="en-US" dirty="0"/>
              <a:t> </a:t>
            </a:r>
            <a:r>
              <a:rPr lang="en-US" dirty="0" err="1"/>
              <a:t>identicno</a:t>
            </a:r>
            <a:r>
              <a:rPr lang="en-US" dirty="0"/>
              <a:t> </a:t>
            </a:r>
            <a:r>
              <a:rPr lang="en-US" dirty="0" err="1"/>
              <a:t>izgleda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telefonu</a:t>
            </a:r>
            <a:r>
              <a:rPr lang="en-US" dirty="0"/>
              <a:t>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4921890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51DAA-30AC-BFDE-6790-60A22D353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9109923" cy="706964"/>
          </a:xfrm>
        </p:spPr>
        <p:txBody>
          <a:bodyPr/>
          <a:lstStyle/>
          <a:p>
            <a:r>
              <a:rPr lang="en-US" dirty="0" err="1"/>
              <a:t>Mehanizam</a:t>
            </a:r>
            <a:r>
              <a:rPr lang="en-US" dirty="0"/>
              <a:t> </a:t>
            </a:r>
            <a:r>
              <a:rPr lang="en-US" dirty="0" err="1"/>
              <a:t>funkcionisanja</a:t>
            </a:r>
            <a:r>
              <a:rPr lang="en-US" dirty="0"/>
              <a:t> </a:t>
            </a:r>
            <a:r>
              <a:rPr lang="en-US" dirty="0" err="1"/>
              <a:t>Capacitora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CA803B-CB50-C37D-6E0B-115D3A2FF0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Rad </a:t>
            </a:r>
            <a:r>
              <a:rPr lang="en-US" dirty="0" err="1"/>
              <a:t>Capacitora</a:t>
            </a:r>
            <a:r>
              <a:rPr lang="en-US" dirty="0"/>
              <a:t> </a:t>
            </a:r>
            <a:r>
              <a:rPr lang="en-US" dirty="0" err="1"/>
              <a:t>zasniva</a:t>
            </a:r>
            <a:r>
              <a:rPr lang="en-US" dirty="0"/>
              <a:t> se </a:t>
            </a:r>
            <a:r>
              <a:rPr lang="en-US" dirty="0" err="1"/>
              <a:t>na</a:t>
            </a:r>
            <a:r>
              <a:rPr lang="en-US" dirty="0"/>
              <a:t> tri </a:t>
            </a:r>
            <a:r>
              <a:rPr lang="en-US" dirty="0" err="1"/>
              <a:t>stuba</a:t>
            </a:r>
            <a:r>
              <a:rPr lang="en-US" dirty="0"/>
              <a:t>:</a:t>
            </a:r>
          </a:p>
          <a:p>
            <a:r>
              <a:rPr lang="en-US" b="1" dirty="0"/>
              <a:t>Web view </a:t>
            </a:r>
            <a:r>
              <a:rPr lang="en-US" b="1" dirty="0" err="1"/>
              <a:t>sloj</a:t>
            </a:r>
            <a:r>
              <a:rPr lang="en-US" b="1" dirty="0"/>
              <a:t>-</a:t>
            </a:r>
            <a:r>
              <a:rPr lang="en-US" dirty="0"/>
              <a:t> </a:t>
            </a:r>
            <a:r>
              <a:rPr lang="en-US" dirty="0" err="1"/>
              <a:t>Prilikom</a:t>
            </a:r>
            <a:r>
              <a:rPr lang="en-US" dirty="0"/>
              <a:t> </a:t>
            </a:r>
            <a:r>
              <a:rPr lang="en-US" dirty="0" err="1"/>
              <a:t>pokretanja</a:t>
            </a:r>
            <a:r>
              <a:rPr lang="en-US" dirty="0"/>
              <a:t> </a:t>
            </a:r>
            <a:r>
              <a:rPr lang="en-US" dirty="0" err="1"/>
              <a:t>aplikacije</a:t>
            </a:r>
            <a:r>
              <a:rPr lang="en-US" dirty="0"/>
              <a:t> Capacitor </a:t>
            </a:r>
            <a:r>
              <a:rPr lang="en-US" dirty="0" err="1"/>
              <a:t>podize</a:t>
            </a:r>
            <a:r>
              <a:rPr lang="en-US" dirty="0"/>
              <a:t> </a:t>
            </a:r>
            <a:r>
              <a:rPr lang="en-US" dirty="0" err="1"/>
              <a:t>optimizovani</a:t>
            </a:r>
            <a:r>
              <a:rPr lang="en-US" dirty="0"/>
              <a:t> “full-screen” pretrazivac bez </a:t>
            </a:r>
            <a:r>
              <a:rPr lang="en-US" dirty="0" err="1"/>
              <a:t>ikakvih</a:t>
            </a:r>
            <a:r>
              <a:rPr lang="en-US" dirty="0"/>
              <a:t> </a:t>
            </a:r>
            <a:r>
              <a:rPr lang="en-US" dirty="0" err="1"/>
              <a:t>kontrola</a:t>
            </a:r>
            <a:r>
              <a:rPr lang="en-US" dirty="0"/>
              <a:t> (</a:t>
            </a:r>
            <a:r>
              <a:rPr lang="en-US" dirty="0" err="1"/>
              <a:t>nema</a:t>
            </a:r>
            <a:r>
              <a:rPr lang="en-US" dirty="0"/>
              <a:t> URL bara, </a:t>
            </a:r>
            <a:r>
              <a:rPr lang="en-US" dirty="0" err="1"/>
              <a:t>nema</a:t>
            </a:r>
            <a:r>
              <a:rPr lang="en-US" dirty="0"/>
              <a:t> </a:t>
            </a:r>
            <a:r>
              <a:rPr lang="en-US" dirty="0" err="1"/>
              <a:t>dugmadi</a:t>
            </a:r>
            <a:r>
              <a:rPr lang="en-US" dirty="0"/>
              <a:t>). </a:t>
            </a:r>
            <a:r>
              <a:rPr lang="en-US" dirty="0" err="1"/>
              <a:t>Unutar</a:t>
            </a:r>
            <a:r>
              <a:rPr lang="en-US" dirty="0"/>
              <a:t> tog </a:t>
            </a:r>
            <a:r>
              <a:rPr lang="en-US" dirty="0" err="1"/>
              <a:t>prozora</a:t>
            </a:r>
            <a:r>
              <a:rPr lang="en-US" dirty="0"/>
              <a:t> se </a:t>
            </a:r>
            <a:r>
              <a:rPr lang="en-US" dirty="0" err="1"/>
              <a:t>renderuje</a:t>
            </a:r>
            <a:r>
              <a:rPr lang="en-US" dirty="0"/>
              <a:t> Angular </a:t>
            </a:r>
            <a:r>
              <a:rPr lang="en-US" dirty="0" err="1"/>
              <a:t>aplikacija</a:t>
            </a:r>
            <a:r>
              <a:rPr lang="en-US" dirty="0"/>
              <a:t>.</a:t>
            </a:r>
            <a:br>
              <a:rPr lang="en-US" dirty="0"/>
            </a:br>
            <a:r>
              <a:rPr lang="en-US" b="1" dirty="0"/>
              <a:t>Bridge- </a:t>
            </a:r>
            <a:r>
              <a:rPr lang="en-US" dirty="0" err="1"/>
              <a:t>Kljucni</a:t>
            </a:r>
            <a:r>
              <a:rPr lang="en-US" dirty="0"/>
              <a:t> deo, Capacitor </a:t>
            </a:r>
            <a:r>
              <a:rPr lang="en-US" dirty="0" err="1"/>
              <a:t>uspostavlja</a:t>
            </a:r>
            <a:r>
              <a:rPr lang="en-US" dirty="0"/>
              <a:t> </a:t>
            </a:r>
            <a:r>
              <a:rPr lang="en-US" dirty="0" err="1"/>
              <a:t>dvosmernu</a:t>
            </a:r>
            <a:r>
              <a:rPr lang="en-US" dirty="0"/>
              <a:t> </a:t>
            </a:r>
            <a:r>
              <a:rPr lang="en-US" dirty="0" err="1"/>
              <a:t>komunikaciju</a:t>
            </a:r>
            <a:r>
              <a:rPr lang="en-US" dirty="0"/>
              <a:t>. Na primer </a:t>
            </a:r>
            <a:r>
              <a:rPr lang="en-US" dirty="0" err="1"/>
              <a:t>prilikom</a:t>
            </a:r>
            <a:r>
              <a:rPr lang="en-US" dirty="0"/>
              <a:t> </a:t>
            </a:r>
            <a:r>
              <a:rPr lang="en-US" dirty="0" err="1"/>
              <a:t>klika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Dugme</a:t>
            </a:r>
            <a:r>
              <a:rPr lang="en-US" dirty="0"/>
              <a:t> ‘</a:t>
            </a:r>
            <a:r>
              <a:rPr lang="en-US" dirty="0" err="1"/>
              <a:t>Slikaj</a:t>
            </a:r>
            <a:r>
              <a:rPr lang="en-US" dirty="0"/>
              <a:t>’ </a:t>
            </a:r>
            <a:r>
              <a:rPr lang="en-US" dirty="0" err="1"/>
              <a:t>poziva</a:t>
            </a:r>
            <a:r>
              <a:rPr lang="en-US" dirty="0"/>
              <a:t> se JavaScript </a:t>
            </a:r>
            <a:r>
              <a:rPr lang="en-US" dirty="0" err="1"/>
              <a:t>funkcija</a:t>
            </a:r>
            <a:r>
              <a:rPr lang="en-US" dirty="0"/>
              <a:t>. Capacitor taj </a:t>
            </a:r>
            <a:r>
              <a:rPr lang="en-US" dirty="0" err="1"/>
              <a:t>poziv</a:t>
            </a:r>
            <a:r>
              <a:rPr lang="en-US" dirty="0"/>
              <a:t> salje </a:t>
            </a:r>
            <a:r>
              <a:rPr lang="en-US" dirty="0" err="1"/>
              <a:t>preko</a:t>
            </a:r>
            <a:r>
              <a:rPr lang="en-US" dirty="0"/>
              <a:t> bridge-a do </a:t>
            </a:r>
            <a:r>
              <a:rPr lang="en-US" dirty="0" err="1"/>
              <a:t>nativnog</a:t>
            </a:r>
            <a:r>
              <a:rPr lang="en-US" dirty="0"/>
              <a:t> </a:t>
            </a:r>
            <a:r>
              <a:rPr lang="en-US" dirty="0" err="1"/>
              <a:t>koda</a:t>
            </a:r>
            <a:r>
              <a:rPr lang="en-US" dirty="0"/>
              <a:t> (Swift </a:t>
            </a:r>
            <a:r>
              <a:rPr lang="en-US" dirty="0" err="1"/>
              <a:t>na</a:t>
            </a:r>
            <a:r>
              <a:rPr lang="en-US" dirty="0"/>
              <a:t> IOS </a:t>
            </a:r>
            <a:r>
              <a:rPr lang="en-US" dirty="0" err="1"/>
              <a:t>ili</a:t>
            </a:r>
            <a:r>
              <a:rPr lang="en-US" dirty="0"/>
              <a:t> Java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Androidu</a:t>
            </a:r>
            <a:r>
              <a:rPr lang="en-US" dirty="0"/>
              <a:t>). </a:t>
            </a:r>
            <a:r>
              <a:rPr lang="en-US" dirty="0" err="1"/>
              <a:t>Telefon</a:t>
            </a:r>
            <a:r>
              <a:rPr lang="en-US" dirty="0"/>
              <a:t> </a:t>
            </a:r>
            <a:r>
              <a:rPr lang="en-US" dirty="0" err="1"/>
              <a:t>zatim</a:t>
            </a:r>
            <a:r>
              <a:rPr lang="en-US" dirty="0"/>
              <a:t> </a:t>
            </a:r>
            <a:r>
              <a:rPr lang="en-US" dirty="0" err="1"/>
              <a:t>otvara</a:t>
            </a:r>
            <a:r>
              <a:rPr lang="en-US" dirty="0"/>
              <a:t> </a:t>
            </a:r>
            <a:r>
              <a:rPr lang="en-US" dirty="0" err="1"/>
              <a:t>kameru</a:t>
            </a:r>
            <a:r>
              <a:rPr lang="en-US" dirty="0"/>
              <a:t>, </a:t>
            </a:r>
            <a:r>
              <a:rPr lang="en-US" dirty="0" err="1"/>
              <a:t>slika</a:t>
            </a:r>
            <a:r>
              <a:rPr lang="en-US" dirty="0"/>
              <a:t> I vraca </a:t>
            </a:r>
            <a:r>
              <a:rPr lang="en-US" dirty="0" err="1"/>
              <a:t>podatke</a:t>
            </a:r>
            <a:r>
              <a:rPr lang="en-US" dirty="0"/>
              <a:t> </a:t>
            </a:r>
            <a:r>
              <a:rPr lang="en-US" dirty="0" err="1"/>
              <a:t>nazad</a:t>
            </a:r>
            <a:r>
              <a:rPr lang="en-US" dirty="0"/>
              <a:t> </a:t>
            </a:r>
            <a:r>
              <a:rPr lang="en-US" dirty="0" err="1"/>
              <a:t>kroz</a:t>
            </a:r>
            <a:r>
              <a:rPr lang="en-US" dirty="0"/>
              <a:t> bridge u Angular.</a:t>
            </a:r>
          </a:p>
          <a:p>
            <a:r>
              <a:rPr lang="en-US" b="1" dirty="0"/>
              <a:t>Native Project Ownership- </a:t>
            </a:r>
            <a:r>
              <a:rPr lang="en-US" dirty="0"/>
              <a:t>Za </a:t>
            </a:r>
            <a:r>
              <a:rPr lang="en-US" dirty="0" err="1"/>
              <a:t>razliku</a:t>
            </a:r>
            <a:r>
              <a:rPr lang="en-US" dirty="0"/>
              <a:t> od </a:t>
            </a:r>
            <a:r>
              <a:rPr lang="en-US" dirty="0" err="1"/>
              <a:t>starijih</a:t>
            </a:r>
            <a:r>
              <a:rPr lang="en-US" dirty="0"/>
              <a:t> </a:t>
            </a:r>
            <a:r>
              <a:rPr lang="en-US" dirty="0" err="1"/>
              <a:t>tehnologija</a:t>
            </a:r>
            <a:r>
              <a:rPr lang="en-US" dirty="0"/>
              <a:t> Capacitor </a:t>
            </a:r>
            <a:r>
              <a:rPr lang="en-US" dirty="0" err="1"/>
              <a:t>smatra</a:t>
            </a:r>
            <a:r>
              <a:rPr lang="en-US" dirty="0"/>
              <a:t> da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AndroidStudio</a:t>
            </a:r>
            <a:r>
              <a:rPr lang="en-US" dirty="0"/>
              <a:t> Xcode </a:t>
            </a:r>
            <a:r>
              <a:rPr lang="en-US" dirty="0" err="1"/>
              <a:t>personalni</a:t>
            </a:r>
            <a:r>
              <a:rPr lang="en-US" dirty="0"/>
              <a:t> </a:t>
            </a:r>
            <a:r>
              <a:rPr lang="en-US" dirty="0" err="1"/>
              <a:t>projekti</a:t>
            </a:r>
            <a:r>
              <a:rPr lang="en-US" dirty="0"/>
              <a:t> ne </a:t>
            </a:r>
            <a:r>
              <a:rPr lang="en-US" dirty="0" err="1"/>
              <a:t>skriva</a:t>
            </a:r>
            <a:r>
              <a:rPr lang="en-US" dirty="0"/>
              <a:t> </a:t>
            </a:r>
            <a:r>
              <a:rPr lang="en-US" dirty="0" err="1"/>
              <a:t>ih</a:t>
            </a:r>
            <a:r>
              <a:rPr lang="en-US" dirty="0"/>
              <a:t> od </a:t>
            </a:r>
            <a:r>
              <a:rPr lang="en-US" dirty="0" err="1"/>
              <a:t>developera</a:t>
            </a:r>
            <a:r>
              <a:rPr lang="en-US" dirty="0"/>
              <a:t> koji </a:t>
            </a:r>
            <a:r>
              <a:rPr lang="en-US" dirty="0" err="1"/>
              <a:t>sam</a:t>
            </a:r>
            <a:r>
              <a:rPr lang="en-US" dirty="0"/>
              <a:t> </a:t>
            </a:r>
            <a:r>
              <a:rPr lang="en-US" dirty="0" err="1"/>
              <a:t>konfigurise</a:t>
            </a:r>
            <a:r>
              <a:rPr lang="en-US" dirty="0"/>
              <a:t> </a:t>
            </a:r>
            <a:r>
              <a:rPr lang="en-US" dirty="0" err="1"/>
              <a:t>dozvole</a:t>
            </a:r>
            <a:r>
              <a:rPr lang="en-US" dirty="0"/>
              <a:t>.</a:t>
            </a:r>
            <a:endParaRPr lang="en-US" b="1" dirty="0"/>
          </a:p>
        </p:txBody>
      </p:sp>
      <p:pic>
        <p:nvPicPr>
          <p:cNvPr id="2050" name="Picture 2" descr="How Capacitor Works - Ionic Blog">
            <a:extLst>
              <a:ext uri="{FF2B5EF4-FFF2-40B4-BE49-F238E27FC236}">
                <a16:creationId xmlns:a16="http://schemas.microsoft.com/office/drawing/2014/main" id="{B3118BA1-06EE-512E-E114-30A41EF81B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29493" y="4503789"/>
            <a:ext cx="2266950" cy="2019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504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95202-5900-902C-F718-670EB7C08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4AECDB-674E-9263-9BAC-61FC0C4BA2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err="1"/>
              <a:t>Razvoj</a:t>
            </a:r>
            <a:r>
              <a:rPr lang="en-US" b="1" dirty="0"/>
              <a:t> u </a:t>
            </a:r>
            <a:r>
              <a:rPr lang="en-US" b="1" dirty="0" err="1"/>
              <a:t>Angularu</a:t>
            </a:r>
            <a:r>
              <a:rPr lang="en-US" b="1" dirty="0"/>
              <a:t>- </a:t>
            </a:r>
            <a:r>
              <a:rPr lang="en-US" dirty="0" err="1"/>
              <a:t>Pisanje</a:t>
            </a:r>
            <a:r>
              <a:rPr lang="en-US" dirty="0"/>
              <a:t> </a:t>
            </a:r>
            <a:r>
              <a:rPr lang="en-US" dirty="0" err="1"/>
              <a:t>koda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I za </a:t>
            </a:r>
            <a:r>
              <a:rPr lang="en-US" dirty="0" err="1"/>
              <a:t>svaku</a:t>
            </a:r>
            <a:r>
              <a:rPr lang="en-US" dirty="0"/>
              <a:t> </a:t>
            </a:r>
            <a:r>
              <a:rPr lang="en-US" dirty="0" err="1"/>
              <a:t>drugu</a:t>
            </a:r>
            <a:r>
              <a:rPr lang="en-US" dirty="0"/>
              <a:t> </a:t>
            </a:r>
            <a:r>
              <a:rPr lang="en-US" dirty="0" err="1"/>
              <a:t>aplikaciju</a:t>
            </a:r>
            <a:r>
              <a:rPr lang="en-US" dirty="0"/>
              <a:t> </a:t>
            </a:r>
          </a:p>
          <a:p>
            <a:r>
              <a:rPr lang="en-US" b="1" dirty="0"/>
              <a:t>Build- </a:t>
            </a:r>
            <a:r>
              <a:rPr lang="en-US" dirty="0" err="1"/>
              <a:t>Pravljenje</a:t>
            </a:r>
            <a:r>
              <a:rPr lang="en-US" dirty="0"/>
              <a:t> </a:t>
            </a:r>
            <a:r>
              <a:rPr lang="en-US" dirty="0" err="1"/>
              <a:t>razvojne</a:t>
            </a:r>
            <a:r>
              <a:rPr lang="en-US" dirty="0"/>
              <a:t> </a:t>
            </a:r>
            <a:r>
              <a:rPr lang="en-US" dirty="0" err="1"/>
              <a:t>verzije</a:t>
            </a:r>
            <a:r>
              <a:rPr lang="en-US" dirty="0"/>
              <a:t> </a:t>
            </a:r>
            <a:r>
              <a:rPr lang="en-US" dirty="0" err="1"/>
              <a:t>koda</a:t>
            </a:r>
            <a:endParaRPr lang="en-US" dirty="0"/>
          </a:p>
          <a:p>
            <a:r>
              <a:rPr lang="en-US" b="1" dirty="0"/>
              <a:t>Sync- </a:t>
            </a:r>
            <a:r>
              <a:rPr lang="en-US" dirty="0" err="1"/>
              <a:t>komandom</a:t>
            </a:r>
            <a:r>
              <a:rPr lang="en-US" dirty="0"/>
              <a:t> </a:t>
            </a:r>
            <a:r>
              <a:rPr lang="en-US" i="1" dirty="0" err="1"/>
              <a:t>npx</a:t>
            </a:r>
            <a:r>
              <a:rPr lang="en-US" i="1" dirty="0"/>
              <a:t> cap sync </a:t>
            </a:r>
            <a:r>
              <a:rPr lang="en-US" dirty="0" err="1"/>
              <a:t>prebacuje</a:t>
            </a:r>
            <a:r>
              <a:rPr lang="en-US" dirty="0"/>
              <a:t> se </a:t>
            </a:r>
            <a:r>
              <a:rPr lang="en-US" dirty="0" err="1"/>
              <a:t>kod</a:t>
            </a:r>
            <a:r>
              <a:rPr lang="en-US" dirty="0"/>
              <a:t> u “assets” </a:t>
            </a:r>
            <a:r>
              <a:rPr lang="en-US" dirty="0" err="1"/>
              <a:t>foldere</a:t>
            </a:r>
            <a:r>
              <a:rPr lang="en-US" dirty="0"/>
              <a:t> Android I IOS </a:t>
            </a:r>
            <a:r>
              <a:rPr lang="en-US" dirty="0" err="1"/>
              <a:t>projekata</a:t>
            </a:r>
            <a:r>
              <a:rPr lang="en-US" dirty="0"/>
              <a:t>.</a:t>
            </a:r>
          </a:p>
          <a:p>
            <a:r>
              <a:rPr lang="en-US" b="1" dirty="0"/>
              <a:t>Native Run- </a:t>
            </a:r>
            <a:r>
              <a:rPr lang="en-US" dirty="0" err="1"/>
              <a:t>Otvori</a:t>
            </a:r>
            <a:r>
              <a:rPr lang="en-US" dirty="0"/>
              <a:t> se Android studio </a:t>
            </a:r>
            <a:r>
              <a:rPr lang="en-US" dirty="0" err="1"/>
              <a:t>ili</a:t>
            </a:r>
            <a:r>
              <a:rPr lang="en-US" dirty="0"/>
              <a:t> Xcode I </a:t>
            </a:r>
            <a:r>
              <a:rPr lang="en-US" dirty="0" err="1"/>
              <a:t>pokrene</a:t>
            </a:r>
            <a:r>
              <a:rPr lang="en-US" dirty="0"/>
              <a:t> se </a:t>
            </a:r>
            <a:r>
              <a:rPr lang="en-US" dirty="0" err="1"/>
              <a:t>aplikacija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pravom</a:t>
            </a:r>
            <a:r>
              <a:rPr lang="en-US" dirty="0"/>
              <a:t> </a:t>
            </a:r>
            <a:r>
              <a:rPr lang="en-US" dirty="0" err="1"/>
              <a:t>uredjaju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emulatoru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786459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22A3C-A63A-6E8C-AD61-079DB509C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Prednosti</a:t>
            </a:r>
            <a:r>
              <a:rPr lang="en-US" dirty="0"/>
              <a:t> </a:t>
            </a:r>
            <a:r>
              <a:rPr lang="en-US" dirty="0" err="1"/>
              <a:t>Capacitora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66B1E1-E5A0-CCFB-EF7B-48C92B3FCF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Nema “Lock-in” </a:t>
            </a:r>
            <a:r>
              <a:rPr lang="en-US" b="1" dirty="0" err="1"/>
              <a:t>efekata</a:t>
            </a:r>
            <a:r>
              <a:rPr lang="en-US" b="1" dirty="0"/>
              <a:t>- </a:t>
            </a:r>
            <a:r>
              <a:rPr lang="en-US" dirty="0" err="1"/>
              <a:t>ukoliko</a:t>
            </a:r>
            <a:r>
              <a:rPr lang="en-US" dirty="0"/>
              <a:t> se </a:t>
            </a:r>
            <a:r>
              <a:rPr lang="en-US" dirty="0" err="1"/>
              <a:t>izgubi</a:t>
            </a:r>
            <a:r>
              <a:rPr lang="en-US" dirty="0"/>
              <a:t> </a:t>
            </a:r>
            <a:r>
              <a:rPr lang="en-US" dirty="0" err="1"/>
              <a:t>potreba</a:t>
            </a:r>
            <a:r>
              <a:rPr lang="en-US" dirty="0"/>
              <a:t> za android/</a:t>
            </a:r>
            <a:r>
              <a:rPr lang="en-US" dirty="0" err="1"/>
              <a:t>ios</a:t>
            </a:r>
            <a:r>
              <a:rPr lang="en-US" dirty="0"/>
              <a:t> </a:t>
            </a:r>
            <a:r>
              <a:rPr lang="en-US" dirty="0" err="1"/>
              <a:t>aplikacijama</a:t>
            </a:r>
            <a:r>
              <a:rPr lang="en-US" dirty="0"/>
              <a:t> I </a:t>
            </a:r>
            <a:r>
              <a:rPr lang="en-US" dirty="0" err="1"/>
              <a:t>dalje</a:t>
            </a:r>
            <a:r>
              <a:rPr lang="en-US" dirty="0"/>
              <a:t> je </a:t>
            </a:r>
            <a:r>
              <a:rPr lang="en-US" dirty="0" err="1"/>
              <a:t>prisutna</a:t>
            </a:r>
            <a:r>
              <a:rPr lang="en-US" dirty="0"/>
              <a:t> Web </a:t>
            </a:r>
            <a:r>
              <a:rPr lang="en-US" dirty="0" err="1"/>
              <a:t>aplikacija</a:t>
            </a:r>
            <a:endParaRPr lang="en-US" dirty="0"/>
          </a:p>
          <a:p>
            <a:r>
              <a:rPr lang="en-US" b="1" dirty="0" err="1"/>
              <a:t>Koriscenje</a:t>
            </a:r>
            <a:r>
              <a:rPr lang="en-US" b="1" dirty="0"/>
              <a:t> </a:t>
            </a:r>
            <a:r>
              <a:rPr lang="en-US" b="1" dirty="0" err="1"/>
              <a:t>postojecih</a:t>
            </a:r>
            <a:r>
              <a:rPr lang="en-US" b="1" dirty="0"/>
              <a:t> </a:t>
            </a:r>
            <a:r>
              <a:rPr lang="en-US" b="1" dirty="0" err="1"/>
              <a:t>biblioteka</a:t>
            </a:r>
            <a:r>
              <a:rPr lang="en-US" b="1" dirty="0"/>
              <a:t>- </a:t>
            </a:r>
            <a:r>
              <a:rPr lang="en-US" dirty="0"/>
              <a:t>Bilo </a:t>
            </a:r>
            <a:r>
              <a:rPr lang="en-US" dirty="0" err="1"/>
              <a:t>koja</a:t>
            </a:r>
            <a:r>
              <a:rPr lang="en-US" dirty="0"/>
              <a:t> </a:t>
            </a:r>
            <a:r>
              <a:rPr lang="en-US" dirty="0" err="1"/>
              <a:t>biblioteka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NPM-a ( za </a:t>
            </a:r>
            <a:r>
              <a:rPr lang="en-US" dirty="0" err="1"/>
              <a:t>grafikone</a:t>
            </a:r>
            <a:r>
              <a:rPr lang="en-US" dirty="0"/>
              <a:t>, </a:t>
            </a:r>
            <a:r>
              <a:rPr lang="en-US" dirty="0" err="1"/>
              <a:t>tabele</a:t>
            </a:r>
            <a:r>
              <a:rPr lang="en-US" dirty="0"/>
              <a:t> I </a:t>
            </a:r>
            <a:r>
              <a:rPr lang="en-US" dirty="0" err="1"/>
              <a:t>animacije</a:t>
            </a:r>
            <a:r>
              <a:rPr lang="en-US" dirty="0"/>
              <a:t>) </a:t>
            </a:r>
            <a:r>
              <a:rPr lang="en-US" dirty="0" err="1"/>
              <a:t>radi</a:t>
            </a:r>
            <a:r>
              <a:rPr lang="en-US" dirty="0"/>
              <a:t> u </a:t>
            </a:r>
            <a:r>
              <a:rPr lang="en-US" dirty="0" err="1"/>
              <a:t>Capacitoru</a:t>
            </a:r>
            <a:r>
              <a:rPr lang="en-US" dirty="0"/>
              <a:t> </a:t>
            </a:r>
            <a:r>
              <a:rPr lang="en-US" dirty="0" err="1"/>
              <a:t>jer</a:t>
            </a:r>
            <a:r>
              <a:rPr lang="en-US" dirty="0"/>
              <a:t> je to I </a:t>
            </a:r>
            <a:r>
              <a:rPr lang="en-US" dirty="0" err="1"/>
              <a:t>dalje</a:t>
            </a:r>
            <a:r>
              <a:rPr lang="en-US" dirty="0"/>
              <a:t> Web.</a:t>
            </a:r>
          </a:p>
          <a:p>
            <a:r>
              <a:rPr lang="en-US" b="1" dirty="0" err="1"/>
              <a:t>Pristupacnost</a:t>
            </a:r>
            <a:r>
              <a:rPr lang="en-US" b="1" dirty="0"/>
              <a:t>- </a:t>
            </a:r>
            <a:r>
              <a:rPr lang="en-US" dirty="0" err="1"/>
              <a:t>svaki</a:t>
            </a:r>
            <a:r>
              <a:rPr lang="en-US" dirty="0"/>
              <a:t> Web programmer moze “</a:t>
            </a:r>
            <a:r>
              <a:rPr lang="en-US" dirty="0" err="1"/>
              <a:t>postati</a:t>
            </a:r>
            <a:r>
              <a:rPr lang="en-US" dirty="0"/>
              <a:t>” mobile programmer “</a:t>
            </a:r>
            <a:r>
              <a:rPr lang="en-US" dirty="0" err="1"/>
              <a:t>preko</a:t>
            </a:r>
            <a:r>
              <a:rPr lang="en-US" dirty="0"/>
              <a:t> </a:t>
            </a:r>
            <a:r>
              <a:rPr lang="en-US" dirty="0" err="1"/>
              <a:t>noci</a:t>
            </a:r>
            <a:r>
              <a:rPr lang="en-US" dirty="0"/>
              <a:t>”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4287706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91BE73-C316-93E8-3811-CDEF16A8E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Native API </a:t>
            </a:r>
            <a:r>
              <a:rPr lang="en-US" dirty="0" err="1"/>
              <a:t>koje</a:t>
            </a:r>
            <a:r>
              <a:rPr lang="en-US" dirty="0"/>
              <a:t> Capacitor </a:t>
            </a:r>
            <a:r>
              <a:rPr lang="en-US" dirty="0" err="1"/>
              <a:t>nudi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323883-A183-80EF-323B-5F27E8145F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Camera- </a:t>
            </a:r>
            <a:r>
              <a:rPr lang="en-US" dirty="0" err="1"/>
              <a:t>snimanje</a:t>
            </a:r>
            <a:r>
              <a:rPr lang="en-US" dirty="0"/>
              <a:t> </a:t>
            </a:r>
            <a:r>
              <a:rPr lang="en-US" dirty="0" err="1"/>
              <a:t>fotografija</a:t>
            </a:r>
            <a:r>
              <a:rPr lang="en-US" dirty="0"/>
              <a:t> I </a:t>
            </a:r>
            <a:r>
              <a:rPr lang="en-US" dirty="0" err="1"/>
              <a:t>videa</a:t>
            </a:r>
            <a:r>
              <a:rPr lang="en-US" dirty="0"/>
              <a:t>.</a:t>
            </a:r>
          </a:p>
          <a:p>
            <a:r>
              <a:rPr lang="en-US" b="1" dirty="0"/>
              <a:t>Geolocation- </a:t>
            </a:r>
            <a:r>
              <a:rPr lang="en-US" dirty="0" err="1"/>
              <a:t>prezicno</a:t>
            </a:r>
            <a:r>
              <a:rPr lang="en-US" dirty="0"/>
              <a:t> </a:t>
            </a:r>
            <a:r>
              <a:rPr lang="en-US" dirty="0" err="1"/>
              <a:t>pracenje</a:t>
            </a:r>
            <a:r>
              <a:rPr lang="en-US" dirty="0"/>
              <a:t> </a:t>
            </a:r>
            <a:r>
              <a:rPr lang="en-US" dirty="0" err="1"/>
              <a:t>lokacije</a:t>
            </a:r>
            <a:endParaRPr lang="en-US" dirty="0"/>
          </a:p>
          <a:p>
            <a:r>
              <a:rPr lang="en-US" b="1" dirty="0"/>
              <a:t>Push Notification- </a:t>
            </a:r>
            <a:r>
              <a:rPr lang="en-US" dirty="0" err="1"/>
              <a:t>slanje</a:t>
            </a:r>
            <a:r>
              <a:rPr lang="en-US" dirty="0"/>
              <a:t> </a:t>
            </a:r>
            <a:r>
              <a:rPr lang="en-US" dirty="0" err="1"/>
              <a:t>obavestenja</a:t>
            </a:r>
            <a:r>
              <a:rPr lang="en-US" dirty="0"/>
              <a:t> </a:t>
            </a:r>
            <a:r>
              <a:rPr lang="en-US" dirty="0" err="1"/>
              <a:t>korisnicima</a:t>
            </a:r>
            <a:endParaRPr lang="en-US" dirty="0"/>
          </a:p>
          <a:p>
            <a:r>
              <a:rPr lang="en-US" b="1" dirty="0"/>
              <a:t>Haptics- </a:t>
            </a:r>
            <a:r>
              <a:rPr lang="en-US" dirty="0" err="1"/>
              <a:t>Upravljanje</a:t>
            </a:r>
            <a:r>
              <a:rPr lang="en-US" dirty="0"/>
              <a:t> </a:t>
            </a:r>
            <a:r>
              <a:rPr lang="en-US" dirty="0" err="1"/>
              <a:t>vibracijom</a:t>
            </a:r>
            <a:r>
              <a:rPr lang="en-US" dirty="0"/>
              <a:t> </a:t>
            </a:r>
            <a:r>
              <a:rPr lang="en-US" dirty="0" err="1"/>
              <a:t>telefona</a:t>
            </a:r>
            <a:endParaRPr lang="en-US" dirty="0"/>
          </a:p>
          <a:p>
            <a:r>
              <a:rPr lang="en-US" b="1" dirty="0"/>
              <a:t>File system- </a:t>
            </a:r>
            <a:r>
              <a:rPr lang="en-US" dirty="0" err="1"/>
              <a:t>Cuvanje</a:t>
            </a:r>
            <a:r>
              <a:rPr lang="en-US" dirty="0"/>
              <a:t> </a:t>
            </a:r>
            <a:r>
              <a:rPr lang="en-US" dirty="0" err="1"/>
              <a:t>fajlova</a:t>
            </a:r>
            <a:r>
              <a:rPr lang="en-US" dirty="0"/>
              <a:t> </a:t>
            </a:r>
            <a:r>
              <a:rPr lang="en-US" dirty="0" err="1"/>
              <a:t>direktno</a:t>
            </a:r>
            <a:r>
              <a:rPr lang="en-US" dirty="0"/>
              <a:t> u </a:t>
            </a:r>
            <a:r>
              <a:rPr lang="en-US" dirty="0" err="1"/>
              <a:t>memoriji</a:t>
            </a:r>
            <a:r>
              <a:rPr lang="en-US" dirty="0"/>
              <a:t> </a:t>
            </a:r>
            <a:r>
              <a:rPr lang="en-US" dirty="0" err="1"/>
              <a:t>uredjaja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3630067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2FD90-366C-E32B-8014-C3500B40F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Prevodjenje</a:t>
            </a:r>
            <a:r>
              <a:rPr lang="en-US" dirty="0"/>
              <a:t> Angular </a:t>
            </a:r>
            <a:r>
              <a:rPr lang="en-US" dirty="0" err="1"/>
              <a:t>koda</a:t>
            </a:r>
            <a:r>
              <a:rPr lang="en-US" dirty="0"/>
              <a:t> U Native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19CFB6-0E3E-D705-23E2-89D51D0642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93" y="2740745"/>
            <a:ext cx="7155121" cy="249984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95EEDD-7C16-B688-C9F8-F9C105DC97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80D50BF-48B3-1BB8-DCF4-81A10A640B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7990" y="2402103"/>
            <a:ext cx="1968100" cy="4126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9805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88758-D854-D9BC-D106-E1F1F5AEB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745752"/>
            <a:ext cx="8761413" cy="706964"/>
          </a:xfrm>
        </p:spPr>
        <p:txBody>
          <a:bodyPr/>
          <a:lstStyle/>
          <a:p>
            <a:r>
              <a:rPr lang="en-US" dirty="0"/>
              <a:t>Camera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6CA0EA-0B1C-1E22-2B48-990647D823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2799" y="2383364"/>
            <a:ext cx="8825659" cy="3728884"/>
          </a:xfrm>
        </p:spPr>
        <p:txBody>
          <a:bodyPr/>
          <a:lstStyle/>
          <a:p>
            <a:r>
              <a:rPr lang="en-US" dirty="0"/>
              <a:t>Primer </a:t>
            </a:r>
            <a:r>
              <a:rPr lang="en-US" dirty="0" err="1"/>
              <a:t>upotrebe</a:t>
            </a:r>
            <a:r>
              <a:rPr lang="en-US" dirty="0"/>
              <a:t> </a:t>
            </a:r>
            <a:r>
              <a:rPr lang="en-US" dirty="0" err="1"/>
              <a:t>Capacitora</a:t>
            </a:r>
            <a:r>
              <a:rPr lang="en-US" dirty="0"/>
              <a:t> </a:t>
            </a:r>
            <a:r>
              <a:rPr lang="en-US" dirty="0" err="1"/>
              <a:t>mosta</a:t>
            </a:r>
            <a:r>
              <a:rPr lang="en-US" dirty="0"/>
              <a:t> (bridge) koji </a:t>
            </a:r>
            <a:r>
              <a:rPr lang="en-US" dirty="0" err="1"/>
              <a:t>omogucava</a:t>
            </a:r>
            <a:r>
              <a:rPr lang="en-US" dirty="0"/>
              <a:t> Angular </a:t>
            </a:r>
            <a:r>
              <a:rPr lang="en-US" dirty="0" err="1"/>
              <a:t>komponenti</a:t>
            </a:r>
            <a:r>
              <a:rPr lang="en-US" dirty="0"/>
              <a:t> da </a:t>
            </a:r>
            <a:r>
              <a:rPr lang="en-US" dirty="0" err="1"/>
              <a:t>putem</a:t>
            </a:r>
            <a:r>
              <a:rPr lang="en-US" dirty="0"/>
              <a:t> </a:t>
            </a:r>
            <a:r>
              <a:rPr lang="en-US" b="1" i="1" dirty="0"/>
              <a:t>Camera I Filesystem</a:t>
            </a:r>
            <a:r>
              <a:rPr lang="en-US" i="1" dirty="0"/>
              <a:t> </a:t>
            </a:r>
            <a:r>
              <a:rPr lang="en-US" dirty="0" err="1"/>
              <a:t>pluginova</a:t>
            </a:r>
            <a:r>
              <a:rPr lang="en-US" dirty="0"/>
              <a:t> izvrsava native </a:t>
            </a:r>
            <a:r>
              <a:rPr lang="en-US" dirty="0" err="1"/>
              <a:t>funkcije</a:t>
            </a:r>
            <a:r>
              <a:rPr lang="en-US" dirty="0"/>
              <a:t> </a:t>
            </a:r>
            <a:r>
              <a:rPr lang="en-US" dirty="0" err="1"/>
              <a:t>uredjaja</a:t>
            </a:r>
            <a:r>
              <a:rPr lang="en-US" dirty="0"/>
              <a:t> </a:t>
            </a:r>
            <a:r>
              <a:rPr lang="en-US" dirty="0" err="1"/>
              <a:t>direktno</a:t>
            </a:r>
            <a:r>
              <a:rPr lang="en-US" dirty="0"/>
              <a:t> </a:t>
            </a:r>
            <a:r>
              <a:rPr lang="en-US" dirty="0" err="1"/>
              <a:t>iz</a:t>
            </a:r>
            <a:r>
              <a:rPr lang="en-US" dirty="0"/>
              <a:t> </a:t>
            </a:r>
            <a:r>
              <a:rPr lang="en-US" dirty="0" err="1"/>
              <a:t>TypeScripta</a:t>
            </a:r>
            <a:r>
              <a:rPr lang="en-US" dirty="0"/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9017565-39D2-4F79-4344-0E0395CF9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5418" y="3330676"/>
            <a:ext cx="1577705" cy="352732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48A5107-C98E-83FF-AF8D-43B8C506F9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9221" y="3330677"/>
            <a:ext cx="1663832" cy="3527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7228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E89AE-82E3-43F9-67A1-F806F2ACC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Camera access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20B86E3-F16B-A14D-7EEC-344DED5736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4178" y="2945043"/>
            <a:ext cx="4685409" cy="37519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6F3A2C3-3F9D-85BF-955E-408B0A2CA6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4869" y="3960083"/>
            <a:ext cx="6051180" cy="129828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16CB8FE-9700-8BB5-0E1B-E65AEA196BFF}"/>
              </a:ext>
            </a:extLst>
          </p:cNvPr>
          <p:cNvSpPr txBox="1"/>
          <p:nvPr/>
        </p:nvSpPr>
        <p:spPr>
          <a:xfrm>
            <a:off x="786581" y="2251587"/>
            <a:ext cx="88490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Prikazani</a:t>
            </a:r>
            <a:r>
              <a:rPr lang="en-US" dirty="0"/>
              <a:t> </a:t>
            </a:r>
            <a:r>
              <a:rPr lang="en-US" dirty="0" err="1"/>
              <a:t>kod</a:t>
            </a:r>
            <a:r>
              <a:rPr lang="en-US" dirty="0"/>
              <a:t> </a:t>
            </a:r>
            <a:r>
              <a:rPr lang="en-US" dirty="0" err="1"/>
              <a:t>demonstrira</a:t>
            </a:r>
            <a:r>
              <a:rPr lang="en-US" dirty="0"/>
              <a:t> process </a:t>
            </a:r>
            <a:r>
              <a:rPr lang="en-US" dirty="0" err="1"/>
              <a:t>obrade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gde</a:t>
            </a:r>
            <a:r>
              <a:rPr lang="en-US" dirty="0"/>
              <a:t> se </a:t>
            </a:r>
            <a:r>
              <a:rPr lang="en-US" dirty="0" err="1"/>
              <a:t>slika</a:t>
            </a:r>
            <a:r>
              <a:rPr lang="en-US" dirty="0"/>
              <a:t> </a:t>
            </a:r>
            <a:r>
              <a:rPr lang="en-US" dirty="0" err="1"/>
              <a:t>snimljena</a:t>
            </a:r>
            <a:r>
              <a:rPr lang="en-US" dirty="0"/>
              <a:t> </a:t>
            </a:r>
            <a:r>
              <a:rPr lang="en-US" dirty="0" err="1"/>
              <a:t>kamerom</a:t>
            </a:r>
            <a:r>
              <a:rPr lang="en-US" dirty="0"/>
              <a:t> </a:t>
            </a:r>
            <a:r>
              <a:rPr lang="en-US" dirty="0" err="1"/>
              <a:t>konvertuje</a:t>
            </a:r>
            <a:r>
              <a:rPr lang="en-US" dirty="0"/>
              <a:t> u Base64 format  I </a:t>
            </a:r>
            <a:r>
              <a:rPr lang="en-US" dirty="0" err="1"/>
              <a:t>trajno</a:t>
            </a:r>
            <a:r>
              <a:rPr lang="en-US" dirty="0"/>
              <a:t> </a:t>
            </a:r>
            <a:r>
              <a:rPr lang="en-US" dirty="0" err="1"/>
              <a:t>skladisti</a:t>
            </a:r>
            <a:r>
              <a:rPr lang="en-US" dirty="0"/>
              <a:t> u </a:t>
            </a:r>
            <a:r>
              <a:rPr lang="en-US" dirty="0" err="1"/>
              <a:t>memorije</a:t>
            </a:r>
            <a:r>
              <a:rPr lang="en-US" dirty="0"/>
              <a:t> </a:t>
            </a:r>
            <a:r>
              <a:rPr lang="en-US" dirty="0" err="1"/>
              <a:t>telefona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4742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3C783-DE50-778B-8599-4E38F5BDD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Device info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742C1F-960A-5714-CAD0-21E63D2E49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593668"/>
            <a:ext cx="8825659" cy="3416300"/>
          </a:xfrm>
        </p:spPr>
        <p:txBody>
          <a:bodyPr/>
          <a:lstStyle/>
          <a:p>
            <a:r>
              <a:rPr lang="en-US" dirty="0"/>
              <a:t>Primer </a:t>
            </a:r>
            <a:r>
              <a:rPr lang="en-US" dirty="0" err="1"/>
              <a:t>upotrebe</a:t>
            </a:r>
            <a:r>
              <a:rPr lang="en-US" dirty="0"/>
              <a:t> Capacitor </a:t>
            </a:r>
            <a:r>
              <a:rPr lang="en-US" b="1" i="1" dirty="0"/>
              <a:t>Device API-ja </a:t>
            </a:r>
            <a:r>
              <a:rPr lang="en-US" dirty="0"/>
              <a:t>za </a:t>
            </a:r>
            <a:r>
              <a:rPr lang="en-US" dirty="0" err="1"/>
              <a:t>direktno</a:t>
            </a:r>
            <a:r>
              <a:rPr lang="en-US" dirty="0"/>
              <a:t> </a:t>
            </a:r>
            <a:r>
              <a:rPr lang="en-US" dirty="0" err="1"/>
              <a:t>izvlacenje</a:t>
            </a:r>
            <a:r>
              <a:rPr lang="en-US" dirty="0"/>
              <a:t> </a:t>
            </a:r>
            <a:r>
              <a:rPr lang="en-US" dirty="0" err="1"/>
              <a:t>hardverskih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iz</a:t>
            </a:r>
            <a:r>
              <a:rPr lang="en-US" dirty="0"/>
              <a:t> </a:t>
            </a:r>
            <a:r>
              <a:rPr lang="en-US" dirty="0" err="1"/>
              <a:t>operativnog</a:t>
            </a:r>
            <a:r>
              <a:rPr lang="en-US" dirty="0"/>
              <a:t> Sistema.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388432-5E0C-6F98-E073-1333C17592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119" y="3453786"/>
            <a:ext cx="5849166" cy="32198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D43205-548E-CED9-54F7-E59636612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0660" y="2463403"/>
            <a:ext cx="2507328" cy="4210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085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AD5A1-0949-02BA-35C2-2E05C03811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2271" y="831372"/>
            <a:ext cx="8825658" cy="2677648"/>
          </a:xfrm>
        </p:spPr>
        <p:txBody>
          <a:bodyPr/>
          <a:lstStyle/>
          <a:p>
            <a:pPr algn="ctr"/>
            <a:r>
              <a:rPr lang="en-US" dirty="0"/>
              <a:t>HVALA NA PAZNJI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8E8CF8-D75C-D538-A6D9-DDD965A827B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35734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{C953387F-0249-4C61-9CEF-0B95EBC4B6B3}TF229edf6a-8a49-49ee-a0a6-5037052947485fb3ca0c-bc27bf41d645</Template>
  <TotalTime>371</TotalTime>
  <Words>554</Words>
  <Application>Microsoft Office PowerPoint</Application>
  <PresentationFormat>Widescreen</PresentationFormat>
  <Paragraphs>52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Century Gothic</vt:lpstr>
      <vt:lpstr>Wingdings 3</vt:lpstr>
      <vt:lpstr>Ion Boardroom</vt:lpstr>
      <vt:lpstr>Kreiranje viseplatformskih aplikacija koriscenjem Angulara I Capacitor framework-a</vt:lpstr>
      <vt:lpstr>Sadrzaj</vt:lpstr>
      <vt:lpstr>Sta je Capacitor</vt:lpstr>
      <vt:lpstr>Primena Capacitora</vt:lpstr>
      <vt:lpstr>Arhitektura Capacitora</vt:lpstr>
      <vt:lpstr>Mehanizam funkcionisanja Capacitora</vt:lpstr>
      <vt:lpstr>Workflow</vt:lpstr>
      <vt:lpstr>Prednosti Capacitora</vt:lpstr>
      <vt:lpstr>Native API koje Capacitor nudi</vt:lpstr>
      <vt:lpstr>Prevodjenje Angular koda U Native</vt:lpstr>
      <vt:lpstr>Camera access</vt:lpstr>
      <vt:lpstr>Camera access</vt:lpstr>
      <vt:lpstr>Device info</vt:lpstr>
      <vt:lpstr>HVALA NA PAZNJI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Predrag Zivkovic</dc:creator>
  <cp:lastModifiedBy>Predrag Zivkovic</cp:lastModifiedBy>
  <cp:revision>15</cp:revision>
  <dcterms:created xsi:type="dcterms:W3CDTF">2026-01-16T18:09:28Z</dcterms:created>
  <dcterms:modified xsi:type="dcterms:W3CDTF">2026-01-26T22:22:34Z</dcterms:modified>
</cp:coreProperties>
</file>