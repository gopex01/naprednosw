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F9535-6FB7-4B79-9653-DD269237BF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err="1"/>
              <a:t>Kreiranje</a:t>
            </a:r>
            <a:r>
              <a:rPr lang="en-US" dirty="0"/>
              <a:t> </a:t>
            </a:r>
            <a:r>
              <a:rPr lang="en-US" dirty="0" err="1"/>
              <a:t>viseplatformskih</a:t>
            </a:r>
            <a:r>
              <a:rPr lang="en-US" dirty="0"/>
              <a:t> </a:t>
            </a:r>
            <a:r>
              <a:rPr lang="en-US" dirty="0" err="1"/>
              <a:t>aplikacija</a:t>
            </a:r>
            <a:r>
              <a:rPr lang="en-US" dirty="0"/>
              <a:t> </a:t>
            </a:r>
            <a:r>
              <a:rPr lang="en-US" dirty="0" err="1"/>
              <a:t>koriscenjem</a:t>
            </a:r>
            <a:r>
              <a:rPr lang="en-US" dirty="0"/>
              <a:t> </a:t>
            </a:r>
            <a:r>
              <a:rPr lang="en-US" dirty="0" err="1"/>
              <a:t>Angulara</a:t>
            </a:r>
            <a:r>
              <a:rPr lang="en-US" dirty="0"/>
              <a:t> I Capacitor framework-a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7DCEEB-91EE-C316-708B-F6CAD1F371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NAPREDNO SOFTVERSKO INZENJERSTVO, PREDRAG ZIVKOVIC 2021</a:t>
            </a:r>
          </a:p>
        </p:txBody>
      </p:sp>
    </p:spTree>
    <p:extLst>
      <p:ext uri="{BB962C8B-B14F-4D97-AF65-F5344CB8AC3E}">
        <p14:creationId xmlns:p14="http://schemas.microsoft.com/office/powerpoint/2010/main" val="1253486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07103-E5C6-0E2B-2265-5B58E1F4A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Sadrzaj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FDA80-21B2-2E54-DCFD-6AA07241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245" y="2603500"/>
            <a:ext cx="9871587" cy="3944784"/>
          </a:xfrm>
        </p:spPr>
        <p:txBody>
          <a:bodyPr>
            <a:normAutofit fontScale="70000" lnSpcReduction="20000"/>
          </a:bodyPr>
          <a:lstStyle/>
          <a:p>
            <a:pPr>
              <a:buFont typeface="+mj-lt"/>
              <a:buAutoNum type="arabicPeriod"/>
            </a:pPr>
            <a:r>
              <a:rPr lang="en-US" sz="3400" dirty="0"/>
              <a:t>Sta je capacitor</a:t>
            </a:r>
          </a:p>
          <a:p>
            <a:pPr>
              <a:buFont typeface="+mj-lt"/>
              <a:buAutoNum type="arabicPeriod"/>
            </a:pPr>
            <a:r>
              <a:rPr lang="en-US" sz="3400" dirty="0" err="1"/>
              <a:t>Primena</a:t>
            </a:r>
            <a:r>
              <a:rPr lang="en-US" sz="3400" dirty="0"/>
              <a:t> </a:t>
            </a:r>
            <a:r>
              <a:rPr lang="en-US" sz="3400" dirty="0" err="1"/>
              <a:t>Capacitora</a:t>
            </a:r>
            <a:endParaRPr lang="en-US" sz="3400" dirty="0"/>
          </a:p>
          <a:p>
            <a:pPr>
              <a:buFont typeface="+mj-lt"/>
              <a:buAutoNum type="arabicPeriod"/>
            </a:pPr>
            <a:r>
              <a:rPr lang="en-US" sz="3400" dirty="0" err="1"/>
              <a:t>Kljucne</a:t>
            </a:r>
            <a:r>
              <a:rPr lang="en-US" sz="3400" dirty="0"/>
              <a:t> </a:t>
            </a:r>
            <a:r>
              <a:rPr lang="en-US" sz="3400" dirty="0" err="1"/>
              <a:t>karakteristike</a:t>
            </a:r>
            <a:endParaRPr lang="en-US" sz="3400" dirty="0"/>
          </a:p>
          <a:p>
            <a:pPr>
              <a:buFont typeface="+mj-lt"/>
              <a:buAutoNum type="arabicPeriod"/>
            </a:pPr>
            <a:r>
              <a:rPr lang="en-US" sz="3400" dirty="0" err="1"/>
              <a:t>Mehanizam</a:t>
            </a:r>
            <a:r>
              <a:rPr lang="en-US" sz="3400" dirty="0"/>
              <a:t> </a:t>
            </a:r>
            <a:r>
              <a:rPr lang="en-US" sz="3400" dirty="0" err="1"/>
              <a:t>funkcionisanja</a:t>
            </a:r>
            <a:endParaRPr lang="en-US" sz="3400" dirty="0"/>
          </a:p>
          <a:p>
            <a:pPr>
              <a:buFont typeface="+mj-lt"/>
              <a:buAutoNum type="arabicPeriod"/>
            </a:pPr>
            <a:r>
              <a:rPr lang="en-US" sz="3400" dirty="0" err="1"/>
              <a:t>Arhitektura</a:t>
            </a:r>
            <a:endParaRPr lang="en-US" sz="3400" dirty="0"/>
          </a:p>
          <a:p>
            <a:pPr>
              <a:buFont typeface="+mj-lt"/>
              <a:buAutoNum type="arabicPeriod"/>
            </a:pPr>
            <a:r>
              <a:rPr lang="en-US" sz="3400" dirty="0"/>
              <a:t>Workflow</a:t>
            </a:r>
          </a:p>
          <a:p>
            <a:pPr>
              <a:buFont typeface="+mj-lt"/>
              <a:buAutoNum type="arabicPeriod"/>
            </a:pPr>
            <a:r>
              <a:rPr lang="en-US" sz="3400" dirty="0" err="1"/>
              <a:t>Prednosti</a:t>
            </a:r>
            <a:r>
              <a:rPr lang="en-US" sz="3400" dirty="0"/>
              <a:t> </a:t>
            </a:r>
            <a:r>
              <a:rPr lang="en-US" sz="3400" dirty="0" err="1"/>
              <a:t>Capacitora</a:t>
            </a:r>
            <a:endParaRPr lang="en-US" sz="3400" dirty="0"/>
          </a:p>
          <a:p>
            <a:pPr>
              <a:buFont typeface="+mj-lt"/>
              <a:buAutoNum type="arabicPeriod"/>
            </a:pPr>
            <a:r>
              <a:rPr lang="en-US" sz="3400" dirty="0"/>
              <a:t>Native API </a:t>
            </a:r>
            <a:r>
              <a:rPr lang="en-US" sz="3400" dirty="0" err="1"/>
              <a:t>Capcatiora</a:t>
            </a:r>
            <a:endParaRPr lang="en-US" sz="34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34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4096A-9121-1F08-7159-59E30249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 je Capacitor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517DB-CE42-D8B3-415A-32122F7BD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Capacitor- </a:t>
            </a:r>
            <a:r>
              <a:rPr lang="en-US" dirty="0" err="1"/>
              <a:t>moderan</a:t>
            </a:r>
            <a:r>
              <a:rPr lang="en-US" dirty="0"/>
              <a:t> “cross-platform” runtime open-source </a:t>
            </a:r>
            <a:r>
              <a:rPr lang="en-US" dirty="0" err="1"/>
              <a:t>razvijen</a:t>
            </a:r>
            <a:r>
              <a:rPr lang="en-US" dirty="0"/>
              <a:t> od </a:t>
            </a:r>
            <a:r>
              <a:rPr lang="en-US" dirty="0" err="1"/>
              <a:t>strane</a:t>
            </a:r>
            <a:r>
              <a:rPr lang="en-US" dirty="0"/>
              <a:t> Ionic </a:t>
            </a:r>
            <a:r>
              <a:rPr lang="en-US" dirty="0" err="1"/>
              <a:t>tima</a:t>
            </a:r>
            <a:r>
              <a:rPr lang="en-US" dirty="0"/>
              <a:t>.</a:t>
            </a:r>
          </a:p>
          <a:p>
            <a:r>
              <a:rPr lang="en-US" dirty="0" err="1"/>
              <a:t>Osnovna</a:t>
            </a:r>
            <a:r>
              <a:rPr lang="en-US" dirty="0"/>
              <a:t> </a:t>
            </a:r>
            <a:r>
              <a:rPr lang="en-US" dirty="0" err="1"/>
              <a:t>uloga</a:t>
            </a:r>
            <a:r>
              <a:rPr lang="en-US" dirty="0"/>
              <a:t> je da </a:t>
            </a:r>
            <a:r>
              <a:rPr lang="en-US" dirty="0" err="1"/>
              <a:t>omoguci</a:t>
            </a:r>
            <a:r>
              <a:rPr lang="en-US" dirty="0"/>
              <a:t> web </a:t>
            </a:r>
            <a:r>
              <a:rPr lang="en-US" dirty="0" err="1"/>
              <a:t>programerima</a:t>
            </a:r>
            <a:r>
              <a:rPr lang="en-US" dirty="0"/>
              <a:t> da </a:t>
            </a:r>
            <a:r>
              <a:rPr lang="en-US" dirty="0" err="1"/>
              <a:t>kreiraju</a:t>
            </a:r>
            <a:r>
              <a:rPr lang="en-US" dirty="0"/>
              <a:t> </a:t>
            </a:r>
            <a:r>
              <a:rPr lang="en-US" dirty="0" err="1"/>
              <a:t>aplikacije</a:t>
            </a:r>
            <a:r>
              <a:rPr lang="en-US" dirty="0"/>
              <a:t> za Ios, Android </a:t>
            </a:r>
            <a:r>
              <a:rPr lang="en-US" dirty="0" err="1"/>
              <a:t>koristeci</a:t>
            </a:r>
            <a:r>
              <a:rPr lang="en-US" dirty="0"/>
              <a:t> </a:t>
            </a:r>
            <a:r>
              <a:rPr lang="en-US" dirty="0" err="1"/>
              <a:t>isti</a:t>
            </a:r>
            <a:r>
              <a:rPr lang="en-US" dirty="0"/>
              <a:t> source </a:t>
            </a:r>
            <a:r>
              <a:rPr lang="en-US" dirty="0" err="1"/>
              <a:t>kod</a:t>
            </a:r>
            <a:r>
              <a:rPr lang="en-US" dirty="0"/>
              <a:t>.</a:t>
            </a:r>
          </a:p>
          <a:p>
            <a:r>
              <a:rPr lang="en-US" dirty="0"/>
              <a:t>Ne </a:t>
            </a:r>
            <a:r>
              <a:rPr lang="en-US" dirty="0" err="1"/>
              <a:t>menja</a:t>
            </a:r>
            <a:r>
              <a:rPr lang="en-US" dirty="0"/>
              <a:t> Angular </a:t>
            </a:r>
            <a:r>
              <a:rPr lang="en-US" dirty="0" err="1"/>
              <a:t>kod</a:t>
            </a:r>
            <a:r>
              <a:rPr lang="en-US" dirty="0"/>
              <a:t> u </a:t>
            </a:r>
            <a:r>
              <a:rPr lang="en-US" dirty="0" err="1"/>
              <a:t>nativni</a:t>
            </a:r>
            <a:r>
              <a:rPr lang="en-US" dirty="0"/>
              <a:t> vec ga </a:t>
            </a:r>
            <a:r>
              <a:rPr lang="en-US" dirty="0" err="1"/>
              <a:t>pakuje</a:t>
            </a:r>
            <a:r>
              <a:rPr lang="en-US" dirty="0"/>
              <a:t> I </a:t>
            </a:r>
            <a:r>
              <a:rPr lang="en-US" dirty="0" err="1"/>
              <a:t>omogucava</a:t>
            </a:r>
            <a:r>
              <a:rPr lang="en-US" dirty="0"/>
              <a:t> </a:t>
            </a:r>
            <a:r>
              <a:rPr lang="en-US" dirty="0" err="1"/>
              <a:t>komunikaciju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operativnim</a:t>
            </a:r>
            <a:r>
              <a:rPr lang="en-US" dirty="0"/>
              <a:t> </a:t>
            </a:r>
            <a:r>
              <a:rPr lang="en-US" dirty="0" err="1"/>
              <a:t>sistemom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5698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4F1CD-ADD1-BC16-073D-39A7448CA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Primena</a:t>
            </a:r>
            <a:r>
              <a:rPr lang="en-US" dirty="0"/>
              <a:t> </a:t>
            </a:r>
            <a:r>
              <a:rPr lang="en-US" dirty="0" err="1"/>
              <a:t>Capacitora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7FAF3-FDFA-2233-6919-E23AE5F74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Enterprise </a:t>
            </a:r>
            <a:r>
              <a:rPr lang="en-US" b="1" dirty="0" err="1"/>
              <a:t>aplikacije</a:t>
            </a:r>
            <a:r>
              <a:rPr lang="en-US" b="1" dirty="0"/>
              <a:t>: </a:t>
            </a:r>
            <a:r>
              <a:rPr lang="en-US" dirty="0" err="1"/>
              <a:t>Kompanije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vec </a:t>
            </a:r>
            <a:r>
              <a:rPr lang="en-US" dirty="0" err="1"/>
              <a:t>imaju</a:t>
            </a:r>
            <a:r>
              <a:rPr lang="en-US" dirty="0"/>
              <a:t> web </a:t>
            </a:r>
            <a:r>
              <a:rPr lang="en-US" dirty="0" err="1"/>
              <a:t>portale</a:t>
            </a:r>
            <a:r>
              <a:rPr lang="en-US" dirty="0"/>
              <a:t> I </a:t>
            </a:r>
            <a:r>
              <a:rPr lang="en-US" dirty="0" err="1"/>
              <a:t>zele</a:t>
            </a:r>
            <a:r>
              <a:rPr lang="en-US" dirty="0"/>
              <a:t> </a:t>
            </a:r>
            <a:r>
              <a:rPr lang="en-US" dirty="0" err="1"/>
              <a:t>mobilnu</a:t>
            </a:r>
            <a:r>
              <a:rPr lang="en-US" dirty="0"/>
              <a:t> </a:t>
            </a:r>
            <a:r>
              <a:rPr lang="en-US" dirty="0" err="1"/>
              <a:t>aplikaciju</a:t>
            </a:r>
            <a:r>
              <a:rPr lang="en-US" dirty="0"/>
              <a:t> bez </a:t>
            </a:r>
            <a:r>
              <a:rPr lang="en-US" dirty="0" err="1"/>
              <a:t>zaposljavanje</a:t>
            </a:r>
            <a:r>
              <a:rPr lang="en-US" dirty="0"/>
              <a:t> </a:t>
            </a:r>
            <a:r>
              <a:rPr lang="en-US" dirty="0" err="1"/>
              <a:t>novih</a:t>
            </a:r>
            <a:r>
              <a:rPr lang="en-US" dirty="0"/>
              <a:t> </a:t>
            </a:r>
            <a:r>
              <a:rPr lang="en-US" dirty="0" err="1"/>
              <a:t>timova</a:t>
            </a:r>
            <a:endParaRPr lang="en-US" dirty="0"/>
          </a:p>
          <a:p>
            <a:r>
              <a:rPr lang="en-US" b="1" dirty="0"/>
              <a:t>Minimum Viable Product- </a:t>
            </a:r>
            <a:r>
              <a:rPr lang="en-US" dirty="0" err="1"/>
              <a:t>Situacija</a:t>
            </a:r>
            <a:r>
              <a:rPr lang="en-US" dirty="0"/>
              <a:t>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neki</a:t>
            </a:r>
            <a:r>
              <a:rPr lang="en-US" dirty="0"/>
              <a:t> startup zeli da </a:t>
            </a:r>
            <a:r>
              <a:rPr lang="en-US" dirty="0" err="1"/>
              <a:t>izbaci</a:t>
            </a:r>
            <a:r>
              <a:rPr lang="en-US" dirty="0"/>
              <a:t> </a:t>
            </a:r>
            <a:r>
              <a:rPr lang="en-US" dirty="0" err="1"/>
              <a:t>aplikaciju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obe</a:t>
            </a:r>
            <a:r>
              <a:rPr lang="en-US" dirty="0"/>
              <a:t> </a:t>
            </a:r>
            <a:r>
              <a:rPr lang="en-US" dirty="0" err="1"/>
              <a:t>prodavnice</a:t>
            </a:r>
            <a:r>
              <a:rPr lang="en-US" dirty="0"/>
              <a:t> (AppStore/</a:t>
            </a:r>
            <a:r>
              <a:rPr lang="en-US" dirty="0" err="1"/>
              <a:t>PlayStore</a:t>
            </a:r>
            <a:r>
              <a:rPr lang="en-US" dirty="0"/>
              <a:t>) u </a:t>
            </a:r>
            <a:r>
              <a:rPr lang="en-US" dirty="0" err="1"/>
              <a:t>najkracem</a:t>
            </a:r>
            <a:r>
              <a:rPr lang="en-US" dirty="0"/>
              <a:t> </a:t>
            </a:r>
            <a:r>
              <a:rPr lang="en-US" dirty="0" err="1"/>
              <a:t>roku</a:t>
            </a:r>
            <a:r>
              <a:rPr lang="en-US" dirty="0"/>
              <a:t>.</a:t>
            </a:r>
          </a:p>
          <a:p>
            <a:r>
              <a:rPr lang="en-US" b="1" dirty="0" err="1"/>
              <a:t>Aplikacije</a:t>
            </a:r>
            <a:r>
              <a:rPr lang="en-US" b="1" dirty="0"/>
              <a:t> </a:t>
            </a:r>
            <a:r>
              <a:rPr lang="en-US" b="1" dirty="0" err="1"/>
              <a:t>zavisne</a:t>
            </a:r>
            <a:r>
              <a:rPr lang="en-US" b="1" dirty="0"/>
              <a:t> od </a:t>
            </a:r>
            <a:r>
              <a:rPr lang="en-US" b="1" dirty="0" err="1"/>
              <a:t>sadrzaja</a:t>
            </a:r>
            <a:r>
              <a:rPr lang="en-US" b="1" dirty="0"/>
              <a:t>- </a:t>
            </a:r>
            <a:r>
              <a:rPr lang="en-US" dirty="0"/>
              <a:t>Vesti, </a:t>
            </a:r>
            <a:r>
              <a:rPr lang="en-US" dirty="0" err="1"/>
              <a:t>drustvene</a:t>
            </a:r>
            <a:r>
              <a:rPr lang="en-US" dirty="0"/>
              <a:t> mreze, </a:t>
            </a:r>
            <a:r>
              <a:rPr lang="en-US" dirty="0" err="1"/>
              <a:t>aplikacije</a:t>
            </a:r>
            <a:r>
              <a:rPr lang="en-US" dirty="0"/>
              <a:t> za </a:t>
            </a:r>
            <a:r>
              <a:rPr lang="en-US" dirty="0" err="1"/>
              <a:t>narucivanje</a:t>
            </a:r>
            <a:r>
              <a:rPr lang="en-US" dirty="0"/>
              <a:t> </a:t>
            </a:r>
            <a:r>
              <a:rPr lang="en-US" dirty="0" err="1"/>
              <a:t>hrane</a:t>
            </a:r>
            <a:r>
              <a:rPr lang="en-US" dirty="0"/>
              <a:t> </a:t>
            </a:r>
            <a:r>
              <a:rPr lang="en-US" dirty="0" err="1"/>
              <a:t>gde</a:t>
            </a:r>
            <a:r>
              <a:rPr lang="en-US" dirty="0"/>
              <a:t> je </a:t>
            </a:r>
            <a:r>
              <a:rPr lang="en-US" dirty="0" err="1"/>
              <a:t>fokus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UI/UX koji se </a:t>
            </a:r>
            <a:r>
              <a:rPr lang="en-US" dirty="0" err="1"/>
              <a:t>lako</a:t>
            </a:r>
            <a:r>
              <a:rPr lang="en-US" dirty="0"/>
              <a:t> </a:t>
            </a:r>
            <a:r>
              <a:rPr lang="en-US" dirty="0" err="1"/>
              <a:t>pravi</a:t>
            </a:r>
            <a:r>
              <a:rPr lang="en-US" dirty="0"/>
              <a:t> u </a:t>
            </a:r>
            <a:r>
              <a:rPr lang="en-US" dirty="0" err="1"/>
              <a:t>Angularu</a:t>
            </a:r>
            <a:r>
              <a:rPr lang="en-US" dirty="0"/>
              <a:t>.</a:t>
            </a:r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3750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6C216-DE3E-1AAB-35DC-1747653FD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Kljucne</a:t>
            </a:r>
            <a:r>
              <a:rPr lang="en-US" dirty="0"/>
              <a:t> </a:t>
            </a:r>
            <a:r>
              <a:rPr lang="en-US" dirty="0" err="1"/>
              <a:t>karakteristike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09C10-7895-47B4-2F89-75BF103ED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Native Bridge- </a:t>
            </a:r>
            <a:r>
              <a:rPr lang="en-US" dirty="0" err="1"/>
              <a:t>Omogucava</a:t>
            </a:r>
            <a:r>
              <a:rPr lang="en-US" dirty="0"/>
              <a:t> JavaScript-u da </a:t>
            </a:r>
            <a:r>
              <a:rPr lang="en-US" dirty="0" err="1"/>
              <a:t>poziva</a:t>
            </a:r>
            <a:r>
              <a:rPr lang="en-US" dirty="0"/>
              <a:t> </a:t>
            </a:r>
            <a:r>
              <a:rPr lang="en-US" dirty="0" err="1"/>
              <a:t>nativni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( Kamera, </a:t>
            </a:r>
            <a:r>
              <a:rPr lang="en-US" dirty="0" err="1"/>
              <a:t>Gps</a:t>
            </a:r>
            <a:r>
              <a:rPr lang="en-US" dirty="0"/>
              <a:t>, </a:t>
            </a:r>
            <a:r>
              <a:rPr lang="en-US" dirty="0" err="1"/>
              <a:t>Biometrija</a:t>
            </a:r>
            <a:r>
              <a:rPr lang="en-US" dirty="0"/>
              <a:t>) </a:t>
            </a:r>
            <a:r>
              <a:rPr lang="en-US" dirty="0" err="1"/>
              <a:t>putem</a:t>
            </a:r>
            <a:r>
              <a:rPr lang="en-US" dirty="0"/>
              <a:t> </a:t>
            </a:r>
            <a:r>
              <a:rPr lang="en-US" dirty="0" err="1"/>
              <a:t>jednostavnih</a:t>
            </a:r>
            <a:r>
              <a:rPr lang="en-US" dirty="0"/>
              <a:t> API-ja.</a:t>
            </a:r>
          </a:p>
          <a:p>
            <a:r>
              <a:rPr lang="en-US" b="1" dirty="0"/>
              <a:t>Web standard- </a:t>
            </a:r>
            <a:r>
              <a:rPr lang="en-US" dirty="0"/>
              <a:t>Za </a:t>
            </a:r>
            <a:r>
              <a:rPr lang="en-US" dirty="0" err="1"/>
              <a:t>razliku</a:t>
            </a:r>
            <a:r>
              <a:rPr lang="en-US" dirty="0"/>
              <a:t> od React Native-a </a:t>
            </a:r>
            <a:r>
              <a:rPr lang="en-US" dirty="0" err="1"/>
              <a:t>ili</a:t>
            </a:r>
            <a:r>
              <a:rPr lang="en-US" dirty="0"/>
              <a:t> Flutter-a, Capacitor </a:t>
            </a:r>
            <a:r>
              <a:rPr lang="en-US" dirty="0" err="1"/>
              <a:t>koristi</a:t>
            </a:r>
            <a:r>
              <a:rPr lang="en-US" dirty="0"/>
              <a:t> </a:t>
            </a:r>
            <a:r>
              <a:rPr lang="en-US" dirty="0" err="1"/>
              <a:t>standardni</a:t>
            </a:r>
            <a:r>
              <a:rPr lang="en-US" dirty="0"/>
              <a:t> web browser view </a:t>
            </a:r>
            <a:r>
              <a:rPr lang="en-US" dirty="0" err="1"/>
              <a:t>sto</a:t>
            </a:r>
            <a:r>
              <a:rPr lang="en-US" dirty="0"/>
              <a:t> </a:t>
            </a:r>
            <a:r>
              <a:rPr lang="en-US" dirty="0" err="1"/>
              <a:t>znaci</a:t>
            </a:r>
            <a:r>
              <a:rPr lang="en-US" dirty="0"/>
              <a:t> da sav CSS I Angular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radi</a:t>
            </a:r>
            <a:r>
              <a:rPr lang="en-US" dirty="0"/>
              <a:t> </a:t>
            </a:r>
            <a:r>
              <a:rPr lang="en-US" dirty="0" err="1"/>
              <a:t>identicno</a:t>
            </a:r>
            <a:r>
              <a:rPr lang="en-US" dirty="0"/>
              <a:t>.</a:t>
            </a:r>
          </a:p>
          <a:p>
            <a:r>
              <a:rPr lang="en-US" b="1" dirty="0" err="1"/>
              <a:t>Maintence</a:t>
            </a:r>
            <a:r>
              <a:rPr lang="en-US" b="1" dirty="0"/>
              <a:t>-</a:t>
            </a:r>
            <a:r>
              <a:rPr lang="en-US" dirty="0"/>
              <a:t> </a:t>
            </a:r>
            <a:r>
              <a:rPr lang="en-US" dirty="0" err="1"/>
              <a:t>potpuna</a:t>
            </a:r>
            <a:r>
              <a:rPr lang="en-US" dirty="0"/>
              <a:t> </a:t>
            </a:r>
            <a:r>
              <a:rPr lang="en-US" dirty="0" err="1"/>
              <a:t>kontrola</a:t>
            </a:r>
            <a:r>
              <a:rPr lang="en-US" dirty="0"/>
              <a:t> </a:t>
            </a:r>
            <a:r>
              <a:rPr lang="en-US" dirty="0" err="1"/>
              <a:t>nad</a:t>
            </a:r>
            <a:r>
              <a:rPr lang="en-US" dirty="0"/>
              <a:t> </a:t>
            </a:r>
            <a:r>
              <a:rPr lang="en-US" dirty="0" err="1"/>
              <a:t>konfiguracijom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65989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51DAA-30AC-BFDE-6790-60A22D353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109923" cy="706964"/>
          </a:xfrm>
        </p:spPr>
        <p:txBody>
          <a:bodyPr/>
          <a:lstStyle/>
          <a:p>
            <a:r>
              <a:rPr lang="en-US" dirty="0" err="1"/>
              <a:t>Mehanizam</a:t>
            </a:r>
            <a:r>
              <a:rPr lang="en-US" dirty="0"/>
              <a:t> </a:t>
            </a:r>
            <a:r>
              <a:rPr lang="en-US" dirty="0" err="1"/>
              <a:t>funkcionisanja</a:t>
            </a:r>
            <a:r>
              <a:rPr lang="en-US" dirty="0"/>
              <a:t> </a:t>
            </a:r>
            <a:r>
              <a:rPr lang="en-US" dirty="0" err="1"/>
              <a:t>Capacitora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A803B-CB50-C37D-6E0B-115D3A2FF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Rad </a:t>
            </a:r>
            <a:r>
              <a:rPr lang="en-US" dirty="0" err="1"/>
              <a:t>Capacitora</a:t>
            </a:r>
            <a:r>
              <a:rPr lang="en-US" dirty="0"/>
              <a:t> </a:t>
            </a:r>
            <a:r>
              <a:rPr lang="en-US" dirty="0" err="1"/>
              <a:t>zasniva</a:t>
            </a:r>
            <a:r>
              <a:rPr lang="en-US" dirty="0"/>
              <a:t> se </a:t>
            </a:r>
            <a:r>
              <a:rPr lang="en-US" dirty="0" err="1"/>
              <a:t>na</a:t>
            </a:r>
            <a:r>
              <a:rPr lang="en-US" dirty="0"/>
              <a:t> tri </a:t>
            </a:r>
            <a:r>
              <a:rPr lang="en-US" dirty="0" err="1"/>
              <a:t>stuba</a:t>
            </a:r>
            <a:r>
              <a:rPr lang="en-US" dirty="0"/>
              <a:t>:</a:t>
            </a:r>
          </a:p>
          <a:p>
            <a:r>
              <a:rPr lang="en-US" b="1" dirty="0"/>
              <a:t>Web view </a:t>
            </a:r>
            <a:r>
              <a:rPr lang="en-US" b="1" dirty="0" err="1"/>
              <a:t>sloj</a:t>
            </a:r>
            <a:r>
              <a:rPr lang="en-US" b="1" dirty="0"/>
              <a:t>-</a:t>
            </a:r>
            <a:r>
              <a:rPr lang="en-US" dirty="0"/>
              <a:t> </a:t>
            </a:r>
            <a:r>
              <a:rPr lang="en-US" dirty="0" err="1"/>
              <a:t>Prilikom</a:t>
            </a:r>
            <a:r>
              <a:rPr lang="en-US" dirty="0"/>
              <a:t> </a:t>
            </a:r>
            <a:r>
              <a:rPr lang="en-US" dirty="0" err="1"/>
              <a:t>pokretanja</a:t>
            </a:r>
            <a:r>
              <a:rPr lang="en-US" dirty="0"/>
              <a:t> </a:t>
            </a:r>
            <a:r>
              <a:rPr lang="en-US" dirty="0" err="1"/>
              <a:t>aplikacije</a:t>
            </a:r>
            <a:r>
              <a:rPr lang="en-US" dirty="0"/>
              <a:t> Capacitor </a:t>
            </a:r>
            <a:r>
              <a:rPr lang="en-US" dirty="0" err="1"/>
              <a:t>podize</a:t>
            </a:r>
            <a:r>
              <a:rPr lang="en-US" dirty="0"/>
              <a:t> </a:t>
            </a:r>
            <a:r>
              <a:rPr lang="en-US" dirty="0" err="1"/>
              <a:t>optimizovani</a:t>
            </a:r>
            <a:r>
              <a:rPr lang="en-US" dirty="0"/>
              <a:t> “full-screen” pretrazivac bez </a:t>
            </a:r>
            <a:r>
              <a:rPr lang="en-US" dirty="0" err="1"/>
              <a:t>ikakvih</a:t>
            </a:r>
            <a:r>
              <a:rPr lang="en-US" dirty="0"/>
              <a:t> </a:t>
            </a:r>
            <a:r>
              <a:rPr lang="en-US" dirty="0" err="1"/>
              <a:t>kontrola</a:t>
            </a:r>
            <a:r>
              <a:rPr lang="en-US" dirty="0"/>
              <a:t> (</a:t>
            </a:r>
            <a:r>
              <a:rPr lang="en-US" dirty="0" err="1"/>
              <a:t>nema</a:t>
            </a:r>
            <a:r>
              <a:rPr lang="en-US" dirty="0"/>
              <a:t> URL bara, </a:t>
            </a:r>
            <a:r>
              <a:rPr lang="en-US" dirty="0" err="1"/>
              <a:t>nema</a:t>
            </a:r>
            <a:r>
              <a:rPr lang="en-US" dirty="0"/>
              <a:t> </a:t>
            </a:r>
            <a:r>
              <a:rPr lang="en-US" dirty="0" err="1"/>
              <a:t>dugmadi</a:t>
            </a:r>
            <a:r>
              <a:rPr lang="en-US" dirty="0"/>
              <a:t>). </a:t>
            </a:r>
            <a:r>
              <a:rPr lang="en-US" dirty="0" err="1"/>
              <a:t>Unutar</a:t>
            </a:r>
            <a:r>
              <a:rPr lang="en-US" dirty="0"/>
              <a:t> tog </a:t>
            </a:r>
            <a:r>
              <a:rPr lang="en-US" dirty="0" err="1"/>
              <a:t>prozora</a:t>
            </a:r>
            <a:r>
              <a:rPr lang="en-US" dirty="0"/>
              <a:t> se </a:t>
            </a:r>
            <a:r>
              <a:rPr lang="en-US" dirty="0" err="1"/>
              <a:t>renderuje</a:t>
            </a:r>
            <a:r>
              <a:rPr lang="en-US" dirty="0"/>
              <a:t> Angular </a:t>
            </a:r>
            <a:r>
              <a:rPr lang="en-US" dirty="0" err="1"/>
              <a:t>aplikacija</a:t>
            </a:r>
            <a:r>
              <a:rPr lang="en-US" dirty="0"/>
              <a:t>.</a:t>
            </a:r>
            <a:br>
              <a:rPr lang="en-US" dirty="0"/>
            </a:br>
            <a:r>
              <a:rPr lang="en-US" b="1" dirty="0"/>
              <a:t>Bridge- </a:t>
            </a:r>
            <a:r>
              <a:rPr lang="en-US" dirty="0" err="1"/>
              <a:t>Kljucni</a:t>
            </a:r>
            <a:r>
              <a:rPr lang="en-US" dirty="0"/>
              <a:t> deo, Capacitor </a:t>
            </a:r>
            <a:r>
              <a:rPr lang="en-US" dirty="0" err="1"/>
              <a:t>uspostavlja</a:t>
            </a:r>
            <a:r>
              <a:rPr lang="en-US" dirty="0"/>
              <a:t> </a:t>
            </a:r>
            <a:r>
              <a:rPr lang="en-US" dirty="0" err="1"/>
              <a:t>dvosmernu</a:t>
            </a:r>
            <a:r>
              <a:rPr lang="en-US" dirty="0"/>
              <a:t> </a:t>
            </a:r>
            <a:r>
              <a:rPr lang="en-US" dirty="0" err="1"/>
              <a:t>komunikaciju</a:t>
            </a:r>
            <a:r>
              <a:rPr lang="en-US" dirty="0"/>
              <a:t>. Na primer </a:t>
            </a:r>
            <a:r>
              <a:rPr lang="en-US" dirty="0" err="1"/>
              <a:t>prilikom</a:t>
            </a:r>
            <a:r>
              <a:rPr lang="en-US" dirty="0"/>
              <a:t> </a:t>
            </a:r>
            <a:r>
              <a:rPr lang="en-US" dirty="0" err="1"/>
              <a:t>klika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Dugme</a:t>
            </a:r>
            <a:r>
              <a:rPr lang="en-US" dirty="0"/>
              <a:t> ‘</a:t>
            </a:r>
            <a:r>
              <a:rPr lang="en-US" dirty="0" err="1"/>
              <a:t>Slikaj</a:t>
            </a:r>
            <a:r>
              <a:rPr lang="en-US" dirty="0"/>
              <a:t>’ </a:t>
            </a:r>
            <a:r>
              <a:rPr lang="en-US" dirty="0" err="1"/>
              <a:t>poziva</a:t>
            </a:r>
            <a:r>
              <a:rPr lang="en-US" dirty="0"/>
              <a:t> se JavaScript </a:t>
            </a:r>
            <a:r>
              <a:rPr lang="en-US" dirty="0" err="1"/>
              <a:t>funkcija</a:t>
            </a:r>
            <a:r>
              <a:rPr lang="en-US" dirty="0"/>
              <a:t>. Capacitor taj </a:t>
            </a:r>
            <a:r>
              <a:rPr lang="en-US" dirty="0" err="1"/>
              <a:t>poziv</a:t>
            </a:r>
            <a:r>
              <a:rPr lang="en-US" dirty="0"/>
              <a:t> salje </a:t>
            </a:r>
            <a:r>
              <a:rPr lang="en-US" dirty="0" err="1"/>
              <a:t>preko</a:t>
            </a:r>
            <a:r>
              <a:rPr lang="en-US" dirty="0"/>
              <a:t> bridge-a do </a:t>
            </a:r>
            <a:r>
              <a:rPr lang="en-US" dirty="0" err="1"/>
              <a:t>nativnog</a:t>
            </a:r>
            <a:r>
              <a:rPr lang="en-US" dirty="0"/>
              <a:t> </a:t>
            </a:r>
            <a:r>
              <a:rPr lang="en-US" dirty="0" err="1"/>
              <a:t>koda</a:t>
            </a:r>
            <a:r>
              <a:rPr lang="en-US" dirty="0"/>
              <a:t> (Swift </a:t>
            </a:r>
            <a:r>
              <a:rPr lang="en-US" dirty="0" err="1"/>
              <a:t>na</a:t>
            </a:r>
            <a:r>
              <a:rPr lang="en-US" dirty="0"/>
              <a:t> IOS </a:t>
            </a:r>
            <a:r>
              <a:rPr lang="en-US" dirty="0" err="1"/>
              <a:t>ili</a:t>
            </a:r>
            <a:r>
              <a:rPr lang="en-US" dirty="0"/>
              <a:t> Java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Androidu</a:t>
            </a:r>
            <a:r>
              <a:rPr lang="en-US" dirty="0"/>
              <a:t>). </a:t>
            </a:r>
            <a:r>
              <a:rPr lang="en-US" dirty="0" err="1"/>
              <a:t>Telefon</a:t>
            </a:r>
            <a:r>
              <a:rPr lang="en-US" dirty="0"/>
              <a:t> </a:t>
            </a:r>
            <a:r>
              <a:rPr lang="en-US" dirty="0" err="1"/>
              <a:t>zatim</a:t>
            </a:r>
            <a:r>
              <a:rPr lang="en-US" dirty="0"/>
              <a:t> </a:t>
            </a:r>
            <a:r>
              <a:rPr lang="en-US" dirty="0" err="1"/>
              <a:t>otvara</a:t>
            </a:r>
            <a:r>
              <a:rPr lang="en-US" dirty="0"/>
              <a:t> </a:t>
            </a:r>
            <a:r>
              <a:rPr lang="en-US" dirty="0" err="1"/>
              <a:t>kameru</a:t>
            </a:r>
            <a:r>
              <a:rPr lang="en-US" dirty="0"/>
              <a:t>, </a:t>
            </a:r>
            <a:r>
              <a:rPr lang="en-US" dirty="0" err="1"/>
              <a:t>slika</a:t>
            </a:r>
            <a:r>
              <a:rPr lang="en-US" dirty="0"/>
              <a:t> I vraca </a:t>
            </a:r>
            <a:r>
              <a:rPr lang="en-US" dirty="0" err="1"/>
              <a:t>podatke</a:t>
            </a:r>
            <a:r>
              <a:rPr lang="en-US" dirty="0"/>
              <a:t> </a:t>
            </a:r>
            <a:r>
              <a:rPr lang="en-US" dirty="0" err="1"/>
              <a:t>nazad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bridge u Angular.</a:t>
            </a:r>
          </a:p>
          <a:p>
            <a:r>
              <a:rPr lang="en-US" b="1" dirty="0"/>
              <a:t>Native Project Ownership- </a:t>
            </a:r>
            <a:r>
              <a:rPr lang="en-US" dirty="0"/>
              <a:t>Za </a:t>
            </a:r>
            <a:r>
              <a:rPr lang="en-US" dirty="0" err="1"/>
              <a:t>razliku</a:t>
            </a:r>
            <a:r>
              <a:rPr lang="en-US" dirty="0"/>
              <a:t> od </a:t>
            </a:r>
            <a:r>
              <a:rPr lang="en-US" dirty="0" err="1"/>
              <a:t>starijih</a:t>
            </a:r>
            <a:r>
              <a:rPr lang="en-US" dirty="0"/>
              <a:t> </a:t>
            </a:r>
            <a:r>
              <a:rPr lang="en-US" dirty="0" err="1"/>
              <a:t>tehnologija</a:t>
            </a:r>
            <a:r>
              <a:rPr lang="en-US" dirty="0"/>
              <a:t> Capacitor </a:t>
            </a:r>
            <a:r>
              <a:rPr lang="en-US" dirty="0" err="1"/>
              <a:t>smatra</a:t>
            </a:r>
            <a:r>
              <a:rPr lang="en-US" dirty="0"/>
              <a:t> da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AndroidStudio</a:t>
            </a:r>
            <a:r>
              <a:rPr lang="en-US" dirty="0"/>
              <a:t> Xcode </a:t>
            </a:r>
            <a:r>
              <a:rPr lang="en-US" dirty="0" err="1"/>
              <a:t>personalni</a:t>
            </a:r>
            <a:r>
              <a:rPr lang="en-US" dirty="0"/>
              <a:t> </a:t>
            </a:r>
            <a:r>
              <a:rPr lang="en-US" dirty="0" err="1"/>
              <a:t>projekti</a:t>
            </a:r>
            <a:r>
              <a:rPr lang="en-US" dirty="0"/>
              <a:t> ne </a:t>
            </a:r>
            <a:r>
              <a:rPr lang="en-US" dirty="0" err="1"/>
              <a:t>skriva</a:t>
            </a:r>
            <a:r>
              <a:rPr lang="en-US" dirty="0"/>
              <a:t> </a:t>
            </a:r>
            <a:r>
              <a:rPr lang="en-US" dirty="0" err="1"/>
              <a:t>ih</a:t>
            </a:r>
            <a:r>
              <a:rPr lang="en-US" dirty="0"/>
              <a:t> od </a:t>
            </a:r>
            <a:r>
              <a:rPr lang="en-US" dirty="0" err="1"/>
              <a:t>developera</a:t>
            </a:r>
            <a:r>
              <a:rPr lang="en-US" dirty="0"/>
              <a:t> koji </a:t>
            </a:r>
            <a:r>
              <a:rPr lang="en-US" dirty="0" err="1"/>
              <a:t>sam</a:t>
            </a:r>
            <a:r>
              <a:rPr lang="en-US" dirty="0"/>
              <a:t> </a:t>
            </a:r>
            <a:r>
              <a:rPr lang="en-US" dirty="0" err="1"/>
              <a:t>konfigurise</a:t>
            </a:r>
            <a:r>
              <a:rPr lang="en-US" dirty="0"/>
              <a:t> </a:t>
            </a:r>
            <a:r>
              <a:rPr lang="en-US" dirty="0" err="1"/>
              <a:t>dozvole</a:t>
            </a:r>
            <a:r>
              <a:rPr lang="en-US" dirty="0"/>
              <a:t>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4504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3FB26-4B81-DEB9-7D1A-88DC5B8F9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Arhitektura</a:t>
            </a:r>
            <a:r>
              <a:rPr lang="en-US" dirty="0"/>
              <a:t> </a:t>
            </a:r>
            <a:r>
              <a:rPr lang="en-US" dirty="0" err="1"/>
              <a:t>Capacitora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71CCF-B45A-8D5A-732E-F42AA3246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WebView- </a:t>
            </a:r>
            <a:r>
              <a:rPr lang="en-US" dirty="0"/>
              <a:t>Angular </a:t>
            </a:r>
            <a:r>
              <a:rPr lang="en-US" dirty="0" err="1"/>
              <a:t>aplikacija</a:t>
            </a:r>
            <a:r>
              <a:rPr lang="en-US" dirty="0"/>
              <a:t> se izvrsava </a:t>
            </a:r>
            <a:r>
              <a:rPr lang="en-US" dirty="0" err="1"/>
              <a:t>unutar</a:t>
            </a:r>
            <a:r>
              <a:rPr lang="en-US" dirty="0"/>
              <a:t> </a:t>
            </a:r>
            <a:r>
              <a:rPr lang="en-US" dirty="0" err="1"/>
              <a:t>optimizovanog</a:t>
            </a:r>
            <a:r>
              <a:rPr lang="en-US" dirty="0"/>
              <a:t> </a:t>
            </a:r>
            <a:r>
              <a:rPr lang="en-US" dirty="0" err="1"/>
              <a:t>pretrazivaca</a:t>
            </a:r>
            <a:r>
              <a:rPr lang="en-US" dirty="0"/>
              <a:t> koji je </a:t>
            </a:r>
            <a:r>
              <a:rPr lang="en-US" dirty="0" err="1"/>
              <a:t>ugradjen</a:t>
            </a:r>
            <a:r>
              <a:rPr lang="en-US" dirty="0"/>
              <a:t> u </a:t>
            </a:r>
            <a:r>
              <a:rPr lang="en-US" dirty="0" err="1"/>
              <a:t>samu</a:t>
            </a:r>
            <a:r>
              <a:rPr lang="en-US" dirty="0"/>
              <a:t> </a:t>
            </a:r>
            <a:r>
              <a:rPr lang="en-US" dirty="0" err="1"/>
              <a:t>aplikaciju</a:t>
            </a:r>
            <a:r>
              <a:rPr lang="en-US" dirty="0"/>
              <a:t>.</a:t>
            </a:r>
          </a:p>
          <a:p>
            <a:r>
              <a:rPr lang="en-US" b="1" dirty="0"/>
              <a:t>Capacitor </a:t>
            </a:r>
            <a:r>
              <a:rPr lang="en-US" b="1" dirty="0" err="1"/>
              <a:t>Brige</a:t>
            </a:r>
            <a:r>
              <a:rPr lang="en-US" dirty="0"/>
              <a:t>- </a:t>
            </a:r>
            <a:r>
              <a:rPr lang="en-US" dirty="0" err="1"/>
              <a:t>Sloj</a:t>
            </a:r>
            <a:r>
              <a:rPr lang="en-US" dirty="0"/>
              <a:t> koji </a:t>
            </a:r>
            <a:r>
              <a:rPr lang="en-US" dirty="0" err="1"/>
              <a:t>prevodi</a:t>
            </a:r>
            <a:r>
              <a:rPr lang="en-US" dirty="0"/>
              <a:t> JavaScript </a:t>
            </a:r>
            <a:r>
              <a:rPr lang="en-US" dirty="0" err="1"/>
              <a:t>kod</a:t>
            </a:r>
            <a:r>
              <a:rPr lang="en-US" dirty="0"/>
              <a:t> u Native </a:t>
            </a:r>
            <a:r>
              <a:rPr lang="en-US" dirty="0" err="1"/>
              <a:t>kod</a:t>
            </a:r>
            <a:endParaRPr lang="en-US" dirty="0"/>
          </a:p>
          <a:p>
            <a:r>
              <a:rPr lang="en-US" b="1" dirty="0"/>
              <a:t>Runtime Dependency- </a:t>
            </a:r>
            <a:r>
              <a:rPr lang="en-US" dirty="0"/>
              <a:t>Za </a:t>
            </a:r>
            <a:r>
              <a:rPr lang="en-US" dirty="0" err="1"/>
              <a:t>razliku</a:t>
            </a:r>
            <a:r>
              <a:rPr lang="en-US" dirty="0"/>
              <a:t> od </a:t>
            </a:r>
            <a:r>
              <a:rPr lang="en-US" dirty="0" err="1"/>
              <a:t>Fluttera</a:t>
            </a:r>
            <a:r>
              <a:rPr lang="en-US" dirty="0"/>
              <a:t> koji </a:t>
            </a:r>
            <a:r>
              <a:rPr lang="en-US" dirty="0" err="1"/>
              <a:t>crta</a:t>
            </a:r>
            <a:r>
              <a:rPr lang="en-US" dirty="0"/>
              <a:t> </a:t>
            </a:r>
            <a:r>
              <a:rPr lang="en-US" dirty="0" err="1"/>
              <a:t>svoje</a:t>
            </a:r>
            <a:r>
              <a:rPr lang="en-US" dirty="0"/>
              <a:t> UI </a:t>
            </a:r>
            <a:r>
              <a:rPr lang="en-US" dirty="0" err="1"/>
              <a:t>komponente</a:t>
            </a:r>
            <a:r>
              <a:rPr lang="en-US" dirty="0"/>
              <a:t>, Capacitor </a:t>
            </a:r>
            <a:r>
              <a:rPr lang="en-US" dirty="0" err="1"/>
              <a:t>koristi</a:t>
            </a:r>
            <a:r>
              <a:rPr lang="en-US" dirty="0"/>
              <a:t> </a:t>
            </a:r>
            <a:r>
              <a:rPr lang="en-US" dirty="0" err="1"/>
              <a:t>standardne</a:t>
            </a:r>
            <a:r>
              <a:rPr lang="en-US" dirty="0"/>
              <a:t> Web </a:t>
            </a:r>
            <a:r>
              <a:rPr lang="en-US" dirty="0" err="1"/>
              <a:t>elemente</a:t>
            </a:r>
            <a:r>
              <a:rPr lang="en-US" dirty="0"/>
              <a:t>, </a:t>
            </a:r>
            <a:r>
              <a:rPr lang="en-US" dirty="0" err="1"/>
              <a:t>sto</a:t>
            </a:r>
            <a:r>
              <a:rPr lang="en-US" dirty="0"/>
              <a:t> </a:t>
            </a:r>
            <a:r>
              <a:rPr lang="en-US" dirty="0" err="1"/>
              <a:t>znaci</a:t>
            </a:r>
            <a:r>
              <a:rPr lang="en-US" dirty="0"/>
              <a:t> da CSS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Angulara</a:t>
            </a:r>
            <a:r>
              <a:rPr lang="en-US" dirty="0"/>
              <a:t> </a:t>
            </a:r>
            <a:r>
              <a:rPr lang="en-US" dirty="0" err="1"/>
              <a:t>identicno</a:t>
            </a:r>
            <a:r>
              <a:rPr lang="en-US" dirty="0"/>
              <a:t> </a:t>
            </a:r>
            <a:r>
              <a:rPr lang="en-US" dirty="0" err="1"/>
              <a:t>izgleda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telefonu</a:t>
            </a:r>
            <a:r>
              <a:rPr lang="en-US" dirty="0"/>
              <a:t>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92189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95202-5900-902C-F718-670EB7C08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AECDB-674E-9263-9BAC-61FC0C4BA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Razvoj</a:t>
            </a:r>
            <a:r>
              <a:rPr lang="en-US" b="1" dirty="0"/>
              <a:t> u </a:t>
            </a:r>
            <a:r>
              <a:rPr lang="en-US" b="1" dirty="0" err="1"/>
              <a:t>Angularu</a:t>
            </a:r>
            <a:r>
              <a:rPr lang="en-US" b="1" dirty="0"/>
              <a:t>- </a:t>
            </a:r>
            <a:r>
              <a:rPr lang="en-US" dirty="0" err="1"/>
              <a:t>Pisanje</a:t>
            </a:r>
            <a:r>
              <a:rPr lang="en-US" dirty="0"/>
              <a:t> </a:t>
            </a:r>
            <a:r>
              <a:rPr lang="en-US" dirty="0" err="1"/>
              <a:t>koda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I za </a:t>
            </a:r>
            <a:r>
              <a:rPr lang="en-US" dirty="0" err="1"/>
              <a:t>svaku</a:t>
            </a:r>
            <a:r>
              <a:rPr lang="en-US" dirty="0"/>
              <a:t> </a:t>
            </a:r>
            <a:r>
              <a:rPr lang="en-US" dirty="0" err="1"/>
              <a:t>drugu</a:t>
            </a:r>
            <a:r>
              <a:rPr lang="en-US" dirty="0"/>
              <a:t> </a:t>
            </a:r>
            <a:r>
              <a:rPr lang="en-US" dirty="0" err="1"/>
              <a:t>aplikaciju</a:t>
            </a:r>
            <a:r>
              <a:rPr lang="en-US" dirty="0"/>
              <a:t> </a:t>
            </a:r>
          </a:p>
          <a:p>
            <a:r>
              <a:rPr lang="en-US" b="1" dirty="0"/>
              <a:t>Build- </a:t>
            </a:r>
            <a:r>
              <a:rPr lang="en-US" dirty="0" err="1"/>
              <a:t>Pravljenje</a:t>
            </a:r>
            <a:r>
              <a:rPr lang="en-US" dirty="0"/>
              <a:t> </a:t>
            </a:r>
            <a:r>
              <a:rPr lang="en-US" dirty="0" err="1"/>
              <a:t>razvojne</a:t>
            </a:r>
            <a:r>
              <a:rPr lang="en-US" dirty="0"/>
              <a:t> </a:t>
            </a:r>
            <a:r>
              <a:rPr lang="en-US" dirty="0" err="1"/>
              <a:t>verzije</a:t>
            </a:r>
            <a:r>
              <a:rPr lang="en-US" dirty="0"/>
              <a:t> </a:t>
            </a:r>
            <a:r>
              <a:rPr lang="en-US" dirty="0" err="1"/>
              <a:t>koda</a:t>
            </a:r>
            <a:endParaRPr lang="en-US" dirty="0"/>
          </a:p>
          <a:p>
            <a:r>
              <a:rPr lang="en-US" b="1" dirty="0"/>
              <a:t>Sync- </a:t>
            </a:r>
            <a:r>
              <a:rPr lang="en-US" dirty="0" err="1"/>
              <a:t>komandom</a:t>
            </a:r>
            <a:r>
              <a:rPr lang="en-US" dirty="0"/>
              <a:t> </a:t>
            </a:r>
            <a:r>
              <a:rPr lang="en-US" i="1" dirty="0" err="1"/>
              <a:t>npx</a:t>
            </a:r>
            <a:r>
              <a:rPr lang="en-US" i="1" dirty="0"/>
              <a:t> cap sync </a:t>
            </a:r>
            <a:r>
              <a:rPr lang="en-US" dirty="0" err="1"/>
              <a:t>prebacuje</a:t>
            </a:r>
            <a:r>
              <a:rPr lang="en-US" dirty="0"/>
              <a:t> se </a:t>
            </a:r>
            <a:r>
              <a:rPr lang="en-US" dirty="0" err="1"/>
              <a:t>kod</a:t>
            </a:r>
            <a:r>
              <a:rPr lang="en-US" dirty="0"/>
              <a:t> u “assets” </a:t>
            </a:r>
            <a:r>
              <a:rPr lang="en-US" dirty="0" err="1"/>
              <a:t>foldere</a:t>
            </a:r>
            <a:r>
              <a:rPr lang="en-US" dirty="0"/>
              <a:t> Android I IOS </a:t>
            </a:r>
            <a:r>
              <a:rPr lang="en-US" dirty="0" err="1"/>
              <a:t>projekata</a:t>
            </a:r>
            <a:r>
              <a:rPr lang="en-US" dirty="0"/>
              <a:t>.</a:t>
            </a:r>
          </a:p>
          <a:p>
            <a:r>
              <a:rPr lang="en-US" b="1" dirty="0"/>
              <a:t>Native Run- </a:t>
            </a:r>
            <a:r>
              <a:rPr lang="en-US" dirty="0" err="1"/>
              <a:t>Otvori</a:t>
            </a:r>
            <a:r>
              <a:rPr lang="en-US" dirty="0"/>
              <a:t> se Android studio </a:t>
            </a:r>
            <a:r>
              <a:rPr lang="en-US" dirty="0" err="1"/>
              <a:t>ili</a:t>
            </a:r>
            <a:r>
              <a:rPr lang="en-US" dirty="0"/>
              <a:t> Xcode I </a:t>
            </a:r>
            <a:r>
              <a:rPr lang="en-US" dirty="0" err="1"/>
              <a:t>pokrene</a:t>
            </a:r>
            <a:r>
              <a:rPr lang="en-US" dirty="0"/>
              <a:t> se </a:t>
            </a:r>
            <a:r>
              <a:rPr lang="en-US" dirty="0" err="1"/>
              <a:t>aplikacija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pravom</a:t>
            </a:r>
            <a:r>
              <a:rPr lang="en-US" dirty="0"/>
              <a:t> </a:t>
            </a:r>
            <a:r>
              <a:rPr lang="en-US" dirty="0" err="1"/>
              <a:t>uredjaju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emulatoru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8645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22A3C-A63A-6E8C-AD61-079DB509C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Prednosti</a:t>
            </a:r>
            <a:r>
              <a:rPr lang="en-US" dirty="0"/>
              <a:t> </a:t>
            </a:r>
            <a:r>
              <a:rPr lang="en-US" dirty="0" err="1"/>
              <a:t>Capacitora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6B1E1-E5A0-CCFB-EF7B-48C92B3FC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Nema “Lock-in” </a:t>
            </a:r>
            <a:r>
              <a:rPr lang="en-US" b="1" dirty="0" err="1"/>
              <a:t>efekata</a:t>
            </a:r>
            <a:r>
              <a:rPr lang="en-US" b="1" dirty="0"/>
              <a:t>- </a:t>
            </a:r>
            <a:r>
              <a:rPr lang="en-US" dirty="0" err="1"/>
              <a:t>ukoliko</a:t>
            </a:r>
            <a:r>
              <a:rPr lang="en-US" dirty="0"/>
              <a:t> se </a:t>
            </a:r>
            <a:r>
              <a:rPr lang="en-US" dirty="0" err="1"/>
              <a:t>izgubi</a:t>
            </a:r>
            <a:r>
              <a:rPr lang="en-US" dirty="0"/>
              <a:t> </a:t>
            </a:r>
            <a:r>
              <a:rPr lang="en-US" dirty="0" err="1"/>
              <a:t>potreba</a:t>
            </a:r>
            <a:r>
              <a:rPr lang="en-US" dirty="0"/>
              <a:t> za android/</a:t>
            </a:r>
            <a:r>
              <a:rPr lang="en-US" dirty="0" err="1"/>
              <a:t>ios</a:t>
            </a:r>
            <a:r>
              <a:rPr lang="en-US" dirty="0"/>
              <a:t> </a:t>
            </a:r>
            <a:r>
              <a:rPr lang="en-US" dirty="0" err="1"/>
              <a:t>aplikacijama</a:t>
            </a:r>
            <a:r>
              <a:rPr lang="en-US" dirty="0"/>
              <a:t> I </a:t>
            </a:r>
            <a:r>
              <a:rPr lang="en-US" dirty="0" err="1"/>
              <a:t>dalje</a:t>
            </a:r>
            <a:r>
              <a:rPr lang="en-US" dirty="0"/>
              <a:t> je </a:t>
            </a:r>
            <a:r>
              <a:rPr lang="en-US" dirty="0" err="1"/>
              <a:t>prisutna</a:t>
            </a:r>
            <a:r>
              <a:rPr lang="en-US" dirty="0"/>
              <a:t> Web </a:t>
            </a:r>
            <a:r>
              <a:rPr lang="en-US" dirty="0" err="1"/>
              <a:t>aplikacija</a:t>
            </a:r>
            <a:endParaRPr lang="en-US" dirty="0"/>
          </a:p>
          <a:p>
            <a:r>
              <a:rPr lang="en-US" b="1" dirty="0" err="1"/>
              <a:t>Koriscenje</a:t>
            </a:r>
            <a:r>
              <a:rPr lang="en-US" b="1" dirty="0"/>
              <a:t> </a:t>
            </a:r>
            <a:r>
              <a:rPr lang="en-US" b="1" dirty="0" err="1"/>
              <a:t>postojecih</a:t>
            </a:r>
            <a:r>
              <a:rPr lang="en-US" b="1" dirty="0"/>
              <a:t> </a:t>
            </a:r>
            <a:r>
              <a:rPr lang="en-US" b="1" dirty="0" err="1"/>
              <a:t>biblioteka</a:t>
            </a:r>
            <a:r>
              <a:rPr lang="en-US" b="1" dirty="0"/>
              <a:t>- </a:t>
            </a:r>
            <a:r>
              <a:rPr lang="en-US" dirty="0"/>
              <a:t>Bilo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biblioteka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NPM-a ( za </a:t>
            </a:r>
            <a:r>
              <a:rPr lang="en-US" dirty="0" err="1"/>
              <a:t>grafikone</a:t>
            </a:r>
            <a:r>
              <a:rPr lang="en-US" dirty="0"/>
              <a:t>, </a:t>
            </a:r>
            <a:r>
              <a:rPr lang="en-US" dirty="0" err="1"/>
              <a:t>tabele</a:t>
            </a:r>
            <a:r>
              <a:rPr lang="en-US" dirty="0"/>
              <a:t> I </a:t>
            </a:r>
            <a:r>
              <a:rPr lang="en-US" dirty="0" err="1"/>
              <a:t>animacije</a:t>
            </a:r>
            <a:r>
              <a:rPr lang="en-US" dirty="0"/>
              <a:t>) </a:t>
            </a:r>
            <a:r>
              <a:rPr lang="en-US" dirty="0" err="1"/>
              <a:t>radi</a:t>
            </a:r>
            <a:r>
              <a:rPr lang="en-US" dirty="0"/>
              <a:t> u </a:t>
            </a:r>
            <a:r>
              <a:rPr lang="en-US" dirty="0" err="1"/>
              <a:t>Capacitoru</a:t>
            </a:r>
            <a:r>
              <a:rPr lang="en-US" dirty="0"/>
              <a:t> </a:t>
            </a:r>
            <a:r>
              <a:rPr lang="en-US" dirty="0" err="1"/>
              <a:t>jer</a:t>
            </a:r>
            <a:r>
              <a:rPr lang="en-US" dirty="0"/>
              <a:t> je to I </a:t>
            </a:r>
            <a:r>
              <a:rPr lang="en-US" dirty="0" err="1"/>
              <a:t>dalje</a:t>
            </a:r>
            <a:r>
              <a:rPr lang="en-US" dirty="0"/>
              <a:t> Web.</a:t>
            </a:r>
          </a:p>
          <a:p>
            <a:r>
              <a:rPr lang="en-US" b="1" dirty="0" err="1"/>
              <a:t>Pristupacnost</a:t>
            </a:r>
            <a:r>
              <a:rPr lang="en-US" b="1" dirty="0"/>
              <a:t>- </a:t>
            </a:r>
            <a:r>
              <a:rPr lang="en-US" dirty="0"/>
              <a:t>svaci Web programmer moze “</a:t>
            </a:r>
            <a:r>
              <a:rPr lang="en-US" dirty="0" err="1"/>
              <a:t>postati</a:t>
            </a:r>
            <a:r>
              <a:rPr lang="en-US" dirty="0"/>
              <a:t>” mobile programmer “</a:t>
            </a:r>
            <a:r>
              <a:rPr lang="en-US" dirty="0" err="1"/>
              <a:t>preko</a:t>
            </a:r>
            <a:r>
              <a:rPr lang="en-US" dirty="0"/>
              <a:t> </a:t>
            </a:r>
            <a:r>
              <a:rPr lang="en-US" dirty="0" err="1"/>
              <a:t>noci</a:t>
            </a:r>
            <a:r>
              <a:rPr lang="en-US" dirty="0"/>
              <a:t>”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28770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1BE73-C316-93E8-3811-CDEF16A8E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Native API </a:t>
            </a:r>
            <a:r>
              <a:rPr lang="en-US" dirty="0" err="1"/>
              <a:t>koje</a:t>
            </a:r>
            <a:r>
              <a:rPr lang="en-US" dirty="0"/>
              <a:t> Capacitor </a:t>
            </a:r>
            <a:r>
              <a:rPr lang="en-US" dirty="0" err="1"/>
              <a:t>nudi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23883-A183-80EF-323B-5F27E8145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Camera- </a:t>
            </a:r>
            <a:r>
              <a:rPr lang="en-US" dirty="0" err="1"/>
              <a:t>snimanje</a:t>
            </a:r>
            <a:r>
              <a:rPr lang="en-US" dirty="0"/>
              <a:t> </a:t>
            </a:r>
            <a:r>
              <a:rPr lang="en-US" dirty="0" err="1"/>
              <a:t>fotografija</a:t>
            </a:r>
            <a:r>
              <a:rPr lang="en-US" dirty="0"/>
              <a:t> I </a:t>
            </a:r>
            <a:r>
              <a:rPr lang="en-US" dirty="0" err="1"/>
              <a:t>videa</a:t>
            </a:r>
            <a:r>
              <a:rPr lang="en-US" dirty="0"/>
              <a:t>.</a:t>
            </a:r>
          </a:p>
          <a:p>
            <a:r>
              <a:rPr lang="en-US" b="1" dirty="0"/>
              <a:t>Geolocation- </a:t>
            </a:r>
            <a:r>
              <a:rPr lang="en-US" dirty="0" err="1"/>
              <a:t>prezicno</a:t>
            </a:r>
            <a:r>
              <a:rPr lang="en-US" dirty="0"/>
              <a:t> </a:t>
            </a:r>
            <a:r>
              <a:rPr lang="en-US" dirty="0" err="1"/>
              <a:t>pracenje</a:t>
            </a:r>
            <a:r>
              <a:rPr lang="en-US" dirty="0"/>
              <a:t> </a:t>
            </a:r>
            <a:r>
              <a:rPr lang="en-US" dirty="0" err="1"/>
              <a:t>lokacije</a:t>
            </a:r>
            <a:endParaRPr lang="en-US" dirty="0"/>
          </a:p>
          <a:p>
            <a:r>
              <a:rPr lang="en-US" b="1" dirty="0"/>
              <a:t>Push Notification- </a:t>
            </a:r>
            <a:r>
              <a:rPr lang="en-US" dirty="0" err="1"/>
              <a:t>slanje</a:t>
            </a:r>
            <a:r>
              <a:rPr lang="en-US" dirty="0"/>
              <a:t> </a:t>
            </a:r>
            <a:r>
              <a:rPr lang="en-US" dirty="0" err="1"/>
              <a:t>obavestenja</a:t>
            </a:r>
            <a:r>
              <a:rPr lang="en-US" dirty="0"/>
              <a:t> </a:t>
            </a:r>
            <a:r>
              <a:rPr lang="en-US" dirty="0" err="1"/>
              <a:t>korisnicima</a:t>
            </a:r>
            <a:endParaRPr lang="en-US" dirty="0"/>
          </a:p>
          <a:p>
            <a:r>
              <a:rPr lang="en-US" b="1" dirty="0"/>
              <a:t>Haptics- </a:t>
            </a:r>
            <a:r>
              <a:rPr lang="en-US" dirty="0" err="1"/>
              <a:t>Upravljanje</a:t>
            </a:r>
            <a:r>
              <a:rPr lang="en-US" dirty="0"/>
              <a:t> </a:t>
            </a:r>
            <a:r>
              <a:rPr lang="en-US" dirty="0" err="1"/>
              <a:t>vibracijom</a:t>
            </a:r>
            <a:r>
              <a:rPr lang="en-US" dirty="0"/>
              <a:t> </a:t>
            </a:r>
            <a:r>
              <a:rPr lang="en-US" dirty="0" err="1"/>
              <a:t>telefona</a:t>
            </a:r>
            <a:endParaRPr lang="en-US" dirty="0"/>
          </a:p>
          <a:p>
            <a:r>
              <a:rPr lang="en-US" b="1" dirty="0"/>
              <a:t>File system- </a:t>
            </a:r>
            <a:r>
              <a:rPr lang="en-US" dirty="0" err="1"/>
              <a:t>Cuvanje</a:t>
            </a:r>
            <a:r>
              <a:rPr lang="en-US" dirty="0"/>
              <a:t> </a:t>
            </a:r>
            <a:r>
              <a:rPr lang="en-US" dirty="0" err="1"/>
              <a:t>fajlova</a:t>
            </a:r>
            <a:r>
              <a:rPr lang="en-US" dirty="0"/>
              <a:t> </a:t>
            </a:r>
            <a:r>
              <a:rPr lang="en-US" dirty="0" err="1"/>
              <a:t>direktno</a:t>
            </a:r>
            <a:r>
              <a:rPr lang="en-US" dirty="0"/>
              <a:t> u </a:t>
            </a:r>
            <a:r>
              <a:rPr lang="en-US" dirty="0" err="1"/>
              <a:t>memoriji</a:t>
            </a:r>
            <a:r>
              <a:rPr lang="en-US" dirty="0"/>
              <a:t> </a:t>
            </a:r>
            <a:r>
              <a:rPr lang="en-US" dirty="0" err="1"/>
              <a:t>uredjaja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63006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88758-D854-D9BC-D106-E1F1F5AEB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745752"/>
            <a:ext cx="8761413" cy="706964"/>
          </a:xfrm>
        </p:spPr>
        <p:txBody>
          <a:bodyPr/>
          <a:lstStyle/>
          <a:p>
            <a:r>
              <a:rPr lang="en-US" dirty="0"/>
              <a:t>Camera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CA0EA-0B1C-1E22-2B48-990647D82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7432" y="2383364"/>
            <a:ext cx="8825659" cy="3728884"/>
          </a:xfrm>
        </p:spPr>
        <p:txBody>
          <a:bodyPr/>
          <a:lstStyle/>
          <a:p>
            <a:r>
              <a:rPr lang="en-US" dirty="0"/>
              <a:t>Primer </a:t>
            </a:r>
            <a:r>
              <a:rPr lang="en-US" dirty="0" err="1"/>
              <a:t>upotrebe</a:t>
            </a:r>
            <a:r>
              <a:rPr lang="en-US" dirty="0"/>
              <a:t> </a:t>
            </a:r>
            <a:r>
              <a:rPr lang="en-US" dirty="0" err="1"/>
              <a:t>Capacitora</a:t>
            </a:r>
            <a:r>
              <a:rPr lang="en-US" dirty="0"/>
              <a:t> </a:t>
            </a:r>
            <a:r>
              <a:rPr lang="en-US" dirty="0" err="1"/>
              <a:t>mosta</a:t>
            </a:r>
            <a:r>
              <a:rPr lang="en-US" dirty="0"/>
              <a:t> (bridge) koji </a:t>
            </a:r>
            <a:r>
              <a:rPr lang="en-US" dirty="0" err="1"/>
              <a:t>omogucava</a:t>
            </a:r>
            <a:r>
              <a:rPr lang="en-US" dirty="0"/>
              <a:t> Angular </a:t>
            </a:r>
            <a:r>
              <a:rPr lang="en-US" dirty="0" err="1"/>
              <a:t>komponenti</a:t>
            </a:r>
            <a:r>
              <a:rPr lang="en-US" dirty="0"/>
              <a:t> da </a:t>
            </a:r>
            <a:r>
              <a:rPr lang="en-US" dirty="0" err="1"/>
              <a:t>putem</a:t>
            </a:r>
            <a:r>
              <a:rPr lang="en-US" dirty="0"/>
              <a:t> </a:t>
            </a:r>
            <a:r>
              <a:rPr lang="en-US" b="1" i="1" dirty="0"/>
              <a:t>Camera I Filesystem</a:t>
            </a:r>
            <a:r>
              <a:rPr lang="en-US" i="1" dirty="0"/>
              <a:t> </a:t>
            </a:r>
            <a:r>
              <a:rPr lang="en-US" dirty="0" err="1"/>
              <a:t>pluginova</a:t>
            </a:r>
            <a:r>
              <a:rPr lang="en-US" dirty="0"/>
              <a:t> izvrsava native </a:t>
            </a:r>
            <a:r>
              <a:rPr lang="en-US" dirty="0" err="1"/>
              <a:t>funkcije</a:t>
            </a:r>
            <a:r>
              <a:rPr lang="en-US" dirty="0"/>
              <a:t> </a:t>
            </a:r>
            <a:r>
              <a:rPr lang="en-US" dirty="0" err="1"/>
              <a:t>uredjaja</a:t>
            </a:r>
            <a:r>
              <a:rPr lang="en-US" dirty="0"/>
              <a:t> </a:t>
            </a:r>
            <a:r>
              <a:rPr lang="en-US" dirty="0" err="1"/>
              <a:t>direktno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TypeScripta</a:t>
            </a:r>
            <a:r>
              <a:rPr lang="en-US" dirty="0"/>
              <a:t>.</a:t>
            </a:r>
          </a:p>
          <a:p>
            <a:r>
              <a:rPr lang="en-US" dirty="0" err="1"/>
              <a:t>Prikazani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demonstrira</a:t>
            </a:r>
            <a:r>
              <a:rPr lang="en-US" dirty="0"/>
              <a:t> process </a:t>
            </a:r>
            <a:r>
              <a:rPr lang="en-US" dirty="0" err="1"/>
              <a:t>obrade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gde</a:t>
            </a:r>
            <a:r>
              <a:rPr lang="en-US" dirty="0"/>
              <a:t> se </a:t>
            </a:r>
            <a:r>
              <a:rPr lang="en-US" dirty="0" err="1"/>
              <a:t>slika</a:t>
            </a:r>
            <a:r>
              <a:rPr lang="en-US" dirty="0"/>
              <a:t> </a:t>
            </a:r>
            <a:r>
              <a:rPr lang="en-US" dirty="0" err="1"/>
              <a:t>snimljena</a:t>
            </a:r>
            <a:r>
              <a:rPr lang="en-US" dirty="0"/>
              <a:t> </a:t>
            </a:r>
            <a:r>
              <a:rPr lang="en-US" dirty="0" err="1"/>
              <a:t>kamerom</a:t>
            </a:r>
            <a:r>
              <a:rPr lang="en-US" dirty="0"/>
              <a:t> </a:t>
            </a:r>
            <a:r>
              <a:rPr lang="en-US" dirty="0" err="1"/>
              <a:t>konvertuje</a:t>
            </a:r>
            <a:r>
              <a:rPr lang="en-US" dirty="0"/>
              <a:t> u Base64 format  I </a:t>
            </a:r>
            <a:r>
              <a:rPr lang="en-US" dirty="0" err="1"/>
              <a:t>trajno</a:t>
            </a:r>
            <a:r>
              <a:rPr lang="en-US" dirty="0"/>
              <a:t> </a:t>
            </a:r>
            <a:r>
              <a:rPr lang="en-US" dirty="0" err="1"/>
              <a:t>skladisti</a:t>
            </a:r>
            <a:r>
              <a:rPr lang="en-US" dirty="0"/>
              <a:t> u </a:t>
            </a:r>
            <a:r>
              <a:rPr lang="en-US" dirty="0" err="1"/>
              <a:t>memorije</a:t>
            </a:r>
            <a:r>
              <a:rPr lang="en-US" dirty="0"/>
              <a:t> </a:t>
            </a:r>
            <a:r>
              <a:rPr lang="en-US" dirty="0" err="1"/>
              <a:t>telefona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017565-39D2-4F79-4344-0E0395CF9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4295" y="3330677"/>
            <a:ext cx="1577705" cy="35273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8A5107-C98E-83FF-AF8D-43B8C506F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44" y="3330676"/>
            <a:ext cx="1663832" cy="3527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722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3C783-DE50-778B-8599-4E38F5BDD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Device info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42C1F-960A-5714-CAD0-21E63D2E4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593668"/>
            <a:ext cx="8825659" cy="3416300"/>
          </a:xfrm>
        </p:spPr>
        <p:txBody>
          <a:bodyPr/>
          <a:lstStyle/>
          <a:p>
            <a:r>
              <a:rPr lang="en-US" dirty="0"/>
              <a:t>Primer </a:t>
            </a:r>
            <a:r>
              <a:rPr lang="en-US" dirty="0" err="1"/>
              <a:t>upotrebe</a:t>
            </a:r>
            <a:r>
              <a:rPr lang="en-US" dirty="0"/>
              <a:t> Capacitor </a:t>
            </a:r>
            <a:r>
              <a:rPr lang="en-US" b="1" i="1" dirty="0"/>
              <a:t>Device API-ja </a:t>
            </a:r>
            <a:r>
              <a:rPr lang="en-US" dirty="0"/>
              <a:t>za </a:t>
            </a:r>
            <a:r>
              <a:rPr lang="en-US" dirty="0" err="1"/>
              <a:t>direktno</a:t>
            </a:r>
            <a:r>
              <a:rPr lang="en-US" dirty="0"/>
              <a:t> </a:t>
            </a:r>
            <a:r>
              <a:rPr lang="en-US" dirty="0" err="1"/>
              <a:t>izvlacenje</a:t>
            </a:r>
            <a:r>
              <a:rPr lang="en-US" dirty="0"/>
              <a:t> </a:t>
            </a:r>
            <a:r>
              <a:rPr lang="en-US" dirty="0" err="1"/>
              <a:t>hardverskih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operativnog</a:t>
            </a:r>
            <a:r>
              <a:rPr lang="en-US" dirty="0"/>
              <a:t> Sistema.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388432-5E0C-6F98-E073-1333C1759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119" y="3453786"/>
            <a:ext cx="5849166" cy="32198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D43205-548E-CED9-54F7-E59636612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0660" y="2463403"/>
            <a:ext cx="2507328" cy="421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085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{C953387F-0249-4C61-9CEF-0B95EBC4B6B3}TF229edf6a-8a49-49ee-a0a6-5037052947485fb3ca0c-bc27bf41d645</Template>
  <TotalTime>70</TotalTime>
  <Words>598</Words>
  <Application>Microsoft Office PowerPoint</Application>
  <PresentationFormat>Widescreen</PresentationFormat>
  <Paragraphs>53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 Boardroom</vt:lpstr>
      <vt:lpstr>Kreiranje viseplatformskih aplikacija koriscenjem Angulara I Capacitor framework-a</vt:lpstr>
      <vt:lpstr>Sadrzaj</vt:lpstr>
      <vt:lpstr>Sta je Capacitor</vt:lpstr>
      <vt:lpstr>Primena Capacitora</vt:lpstr>
      <vt:lpstr>Kljucne karakteristike</vt:lpstr>
      <vt:lpstr>Mehanizam funkcionisanja Capacitora</vt:lpstr>
      <vt:lpstr>Arhitektura Capacitora</vt:lpstr>
      <vt:lpstr>Workflow</vt:lpstr>
      <vt:lpstr>Prednosti Capacitora</vt:lpstr>
      <vt:lpstr>Native API koje Capacitor nudi</vt:lpstr>
      <vt:lpstr>Camera access</vt:lpstr>
      <vt:lpstr>Device info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Predrag Zivkovic</dc:creator>
  <cp:lastModifiedBy>Predrag Zivkovic</cp:lastModifiedBy>
  <cp:revision>2</cp:revision>
  <dcterms:created xsi:type="dcterms:W3CDTF">2026-01-16T18:09:28Z</dcterms:created>
  <dcterms:modified xsi:type="dcterms:W3CDTF">2026-01-20T18:37:05Z</dcterms:modified>
</cp:coreProperties>
</file>